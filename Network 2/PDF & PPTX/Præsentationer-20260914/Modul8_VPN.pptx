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84" r:id="rId3"/>
  </p:sldMasterIdLst>
  <p:notesMasterIdLst>
    <p:notesMasterId r:id="rId19"/>
  </p:notesMasterIdLst>
  <p:sldIdLst>
    <p:sldId id="256" r:id="rId4"/>
    <p:sldId id="848" r:id="rId5"/>
    <p:sldId id="1101" r:id="rId6"/>
    <p:sldId id="1082" r:id="rId7"/>
    <p:sldId id="1083" r:id="rId8"/>
    <p:sldId id="1095" r:id="rId9"/>
    <p:sldId id="1096" r:id="rId10"/>
    <p:sldId id="1094" r:id="rId11"/>
    <p:sldId id="1097" r:id="rId12"/>
    <p:sldId id="1084" r:id="rId13"/>
    <p:sldId id="1085" r:id="rId14"/>
    <p:sldId id="1086" r:id="rId15"/>
    <p:sldId id="371" r:id="rId16"/>
    <p:sldId id="1098" r:id="rId17"/>
    <p:sldId id="1099"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BD0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77" autoAdjust="0"/>
    <p:restoredTop sz="77347" autoAdjust="0"/>
  </p:normalViewPr>
  <p:slideViewPr>
    <p:cSldViewPr snapToGrid="0" snapToObjects="1">
      <p:cViewPr varScale="1">
        <p:scale>
          <a:sx n="76" d="100"/>
          <a:sy n="76" d="100"/>
        </p:scale>
        <p:origin x="119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8119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endParaRPr lang="da-DK"/>
          </a:p>
        </p:txBody>
      </p:sp>
    </p:spTree>
    <p:extLst>
      <p:ext uri="{BB962C8B-B14F-4D97-AF65-F5344CB8AC3E}">
        <p14:creationId xmlns:p14="http://schemas.microsoft.com/office/powerpoint/2010/main" val="1768462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r>
              <a:rPr lang="da-DK" b="0" i="0" dirty="0">
                <a:solidFill>
                  <a:srgbClr val="2A2A2A"/>
                </a:solidFill>
                <a:effectLst/>
                <a:latin typeface="Raleway" panose="020B0604020202020204" pitchFamily="2" charset="0"/>
              </a:rPr>
              <a:t>Dette modul handler om VPN og andre tunneller – men inden du fortsætter, så prøv lige at forklare hvad en tunnel egentlig er.</a:t>
            </a:r>
          </a:p>
          <a:p>
            <a:endParaRPr lang="da-DK" b="0" i="0" dirty="0">
              <a:solidFill>
                <a:srgbClr val="2A2A2A"/>
              </a:solidFill>
              <a:effectLst/>
              <a:latin typeface="Raleway" panose="020B0604020202020204" pitchFamily="2" charset="0"/>
            </a:endParaRPr>
          </a:p>
          <a:p>
            <a:r>
              <a:rPr lang="da-DK" b="0" i="0" dirty="0">
                <a:solidFill>
                  <a:srgbClr val="2A2A2A"/>
                </a:solidFill>
                <a:effectLst/>
                <a:latin typeface="Raleway" panose="020B0604020202020204" pitchFamily="2" charset="0"/>
              </a:rPr>
              <a:t>Helt basic…. Hvad er det så der gør forskellen på data der sendes over almindelige links via Internettet og data der sendes via en tunnel?</a:t>
            </a:r>
            <a:endParaRPr lang="da-DK" dirty="0"/>
          </a:p>
        </p:txBody>
      </p:sp>
    </p:spTree>
    <p:extLst>
      <p:ext uri="{BB962C8B-B14F-4D97-AF65-F5344CB8AC3E}">
        <p14:creationId xmlns:p14="http://schemas.microsoft.com/office/powerpoint/2010/main" val="2715680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endParaRPr lang="en-US" sz="1200">
              <a:solidFill>
                <a:srgbClr val="000000"/>
              </a:solidFill>
              <a:latin typeface="Arial" pitchFamily="34" charset="0"/>
              <a:ea typeface="Arial" pitchFamily="34" charset="-122"/>
              <a:cs typeface="Arial" pitchFamily="34" charset="-120"/>
            </a:endParaRPr>
          </a:p>
        </p:txBody>
      </p:sp>
    </p:spTree>
    <p:extLst>
      <p:ext uri="{BB962C8B-B14F-4D97-AF65-F5344CB8AC3E}">
        <p14:creationId xmlns:p14="http://schemas.microsoft.com/office/powerpoint/2010/main" val="2965629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endParaRPr lang="da-DK"/>
          </a:p>
        </p:txBody>
      </p:sp>
    </p:spTree>
    <p:extLst>
      <p:ext uri="{BB962C8B-B14F-4D97-AF65-F5344CB8AC3E}">
        <p14:creationId xmlns:p14="http://schemas.microsoft.com/office/powerpoint/2010/main" val="798874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endParaRPr lang="da-DK"/>
          </a:p>
        </p:txBody>
      </p:sp>
    </p:spTree>
    <p:extLst>
      <p:ext uri="{BB962C8B-B14F-4D97-AF65-F5344CB8AC3E}">
        <p14:creationId xmlns:p14="http://schemas.microsoft.com/office/powerpoint/2010/main" val="1134754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r>
              <a:rPr lang="da-DK" b="1"/>
              <a:t>NHRP</a:t>
            </a:r>
            <a:r>
              <a:rPr lang="da-DK"/>
              <a:t> står for </a:t>
            </a:r>
            <a:r>
              <a:rPr lang="da-DK" b="1"/>
              <a:t>Next Hop Resolution Protocol</a:t>
            </a:r>
            <a:r>
              <a:rPr lang="da-DK"/>
              <a:t> og er en netværksprotokol, der bruges sammen med teknologier som </a:t>
            </a:r>
            <a:r>
              <a:rPr lang="da-DK" b="1"/>
              <a:t>DMVPN</a:t>
            </a:r>
            <a:r>
              <a:rPr lang="da-DK"/>
              <a:t> (Dynamic Multipoint VPN). Den hjælper noder i et netværk med at </a:t>
            </a:r>
            <a:r>
              <a:rPr lang="da-DK" b="1"/>
              <a:t>finde den bedste vej (næste hop) til en destination</a:t>
            </a:r>
            <a:r>
              <a:rPr lang="da-DK"/>
              <a:t>, især når man arbejder med </a:t>
            </a:r>
            <a:r>
              <a:rPr lang="da-DK" b="1"/>
              <a:t>non-broadcast netværk</a:t>
            </a:r>
            <a:r>
              <a:rPr lang="da-DK"/>
              <a:t> som GRE-tunneler.</a:t>
            </a:r>
          </a:p>
          <a:p>
            <a:endParaRPr lang="da-DK"/>
          </a:p>
          <a:p>
            <a:r>
              <a:rPr lang="da-DK"/>
              <a:t>NHRP fungerer lidt ligesom en slags </a:t>
            </a:r>
            <a:r>
              <a:rPr lang="da-DK" b="1"/>
              <a:t>"dynamisk ARP"</a:t>
            </a:r>
            <a:r>
              <a:rPr lang="da-DK"/>
              <a:t> – men til tunnelinterfaces. Hvor ARP bruges til at finde MAC-adressen for en IP-adresse i et LAN, bruges NHRP til at finde den </a:t>
            </a:r>
            <a:r>
              <a:rPr lang="da-DK" b="1"/>
              <a:t>virkelige (fysiske) IP-adresse bag en virtuel tunneladresse</a:t>
            </a:r>
            <a:r>
              <a:rPr lang="da-DK"/>
              <a:t>.</a:t>
            </a:r>
          </a:p>
        </p:txBody>
      </p:sp>
    </p:spTree>
    <p:extLst>
      <p:ext uri="{BB962C8B-B14F-4D97-AF65-F5344CB8AC3E}">
        <p14:creationId xmlns:p14="http://schemas.microsoft.com/office/powerpoint/2010/main" val="3646816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endParaRPr lang="da-DK"/>
          </a:p>
        </p:txBody>
      </p:sp>
    </p:spTree>
    <p:extLst>
      <p:ext uri="{BB962C8B-B14F-4D97-AF65-F5344CB8AC3E}">
        <p14:creationId xmlns:p14="http://schemas.microsoft.com/office/powerpoint/2010/main" val="14466949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endParaRPr lang="da-DK"/>
          </a:p>
        </p:txBody>
      </p:sp>
    </p:spTree>
    <p:extLst>
      <p:ext uri="{BB962C8B-B14F-4D97-AF65-F5344CB8AC3E}">
        <p14:creationId xmlns:p14="http://schemas.microsoft.com/office/powerpoint/2010/main" val="2906566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endParaRPr lang="da-DK"/>
          </a:p>
        </p:txBody>
      </p:sp>
    </p:spTree>
    <p:extLst>
      <p:ext uri="{BB962C8B-B14F-4D97-AF65-F5344CB8AC3E}">
        <p14:creationId xmlns:p14="http://schemas.microsoft.com/office/powerpoint/2010/main" val="2162596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a:p>
        </p:txBody>
      </p:sp>
    </p:spTree>
    <p:extLst>
      <p:ext uri="{BB962C8B-B14F-4D97-AF65-F5344CB8AC3E}">
        <p14:creationId xmlns:p14="http://schemas.microsoft.com/office/powerpoint/2010/main" val="3428039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16161D"/>
              </a:solidFill>
              <a:effectLst/>
              <a:latin typeface="Helvetica Neue"/>
            </a:endParaRPr>
          </a:p>
        </p:txBody>
      </p:sp>
    </p:spTree>
    <p:extLst>
      <p:ext uri="{BB962C8B-B14F-4D97-AF65-F5344CB8AC3E}">
        <p14:creationId xmlns:p14="http://schemas.microsoft.com/office/powerpoint/2010/main" val="41941844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endParaRPr lang="da-DK"/>
          </a:p>
        </p:txBody>
      </p:sp>
    </p:spTree>
    <p:extLst>
      <p:ext uri="{BB962C8B-B14F-4D97-AF65-F5344CB8AC3E}">
        <p14:creationId xmlns:p14="http://schemas.microsoft.com/office/powerpoint/2010/main" val="80431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endParaRPr lang="da-DK"/>
          </a:p>
        </p:txBody>
      </p:sp>
    </p:spTree>
    <p:extLst>
      <p:ext uri="{BB962C8B-B14F-4D97-AF65-F5344CB8AC3E}">
        <p14:creationId xmlns:p14="http://schemas.microsoft.com/office/powerpoint/2010/main" val="13717373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Pladsholder til noter 2"/>
          <p:cNvSpPr>
            <a:spLocks noGrp="1"/>
          </p:cNvSpPr>
          <p:nvPr>
            <p:ph type="body" idx="1"/>
          </p:nvPr>
        </p:nvSpPr>
        <p:spPr>
          <a:xfrm>
            <a:off x="514350" y="4400550"/>
            <a:ext cx="4114800" cy="3600450"/>
          </a:xfrm>
          <a:prstGeom prst="rect">
            <a:avLst/>
          </a:prstGeom>
        </p:spPr>
        <p:txBody>
          <a:bodyPr/>
          <a:lstStyle/>
          <a:p>
            <a:endParaRPr lang="da-DK" dirty="0"/>
          </a:p>
        </p:txBody>
      </p:sp>
    </p:spTree>
    <p:extLst>
      <p:ext uri="{BB962C8B-B14F-4D97-AF65-F5344CB8AC3E}">
        <p14:creationId xmlns:p14="http://schemas.microsoft.com/office/powerpoint/2010/main" val="1053239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3.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‹nr.›</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el og indholdsobje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titeltypografi i masteren</a:t>
            </a:r>
          </a:p>
        </p:txBody>
      </p:sp>
      <p:sp>
        <p:nvSpPr>
          <p:cNvPr id="3" name="Pladsholder til indhold 2"/>
          <p:cNvSpPr>
            <a:spLocks noGrp="1"/>
          </p:cNvSpPr>
          <p:nvPr>
            <p:ph idx="1"/>
          </p:nvPr>
        </p:nvSpPr>
        <p:spPr/>
        <p:txBody>
          <a:bodyPr/>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p>
        </p:txBody>
      </p:sp>
    </p:spTree>
    <p:extLst>
      <p:ext uri="{BB962C8B-B14F-4D97-AF65-F5344CB8AC3E}">
        <p14:creationId xmlns:p14="http://schemas.microsoft.com/office/powerpoint/2010/main" val="91358791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2526160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2441911075"/>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66353053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‹nr.›</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605826944"/>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2267643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188464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146099075"/>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08891768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2512992508"/>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874546654"/>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184607336"/>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96062037"/>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00541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8" descr="PPt_4face_021208.jpg"/>
          <p:cNvPicPr>
            <a:picLocks noChangeAspect="1"/>
          </p:cNvPicPr>
          <p:nvPr/>
        </p:nvPicPr>
        <p:blipFill>
          <a:blip r:embed="rId2" cstate="print"/>
          <a:srcRect/>
          <a:stretch>
            <a:fillRect/>
          </a:stretch>
        </p:blipFill>
        <p:spPr bwMode="auto">
          <a:xfrm>
            <a:off x="0" y="1433512"/>
            <a:ext cx="9144000" cy="1824038"/>
          </a:xfrm>
          <a:prstGeom prst="rect">
            <a:avLst/>
          </a:prstGeom>
          <a:noFill/>
          <a:ln w="9525">
            <a:noFill/>
            <a:miter lim="800000"/>
            <a:headEnd/>
            <a:tailEnd/>
          </a:ln>
        </p:spPr>
      </p:pic>
      <p:sp>
        <p:nvSpPr>
          <p:cNvPr id="5" name="Rectangle 278"/>
          <p:cNvSpPr>
            <a:spLocks noChangeArrowheads="1"/>
          </p:cNvSpPr>
          <p:nvPr/>
        </p:nvSpPr>
        <p:spPr bwMode="auto">
          <a:xfrm>
            <a:off x="4498976" y="5002897"/>
            <a:ext cx="1525414" cy="142985"/>
          </a:xfrm>
          <a:prstGeom prst="rect">
            <a:avLst/>
          </a:prstGeom>
          <a:noFill/>
          <a:ln w="9525">
            <a:noFill/>
            <a:miter lim="800000"/>
            <a:headEnd/>
            <a:tailEnd/>
          </a:ln>
        </p:spPr>
        <p:txBody>
          <a:bodyPr wrap="none" lIns="61593" tIns="30796" rIns="61593" bIns="30796" anchor="b" anchorCtr="1">
            <a:spAutoFit/>
          </a:bodyPr>
          <a:lstStyle/>
          <a:p>
            <a:pPr algn="l" defTabSz="610791">
              <a:lnSpc>
                <a:spcPct val="100000"/>
              </a:lnSpc>
              <a:defRPr/>
            </a:pPr>
            <a:r>
              <a:rPr lang="en-US" sz="525" dirty="0">
                <a:solidFill>
                  <a:srgbClr val="D3D3D3"/>
                </a:solidFill>
              </a:rPr>
              <a:t>© 2008 Cisco Systems, Inc. All rights reserved.</a:t>
            </a:r>
          </a:p>
        </p:txBody>
      </p:sp>
      <p:sp>
        <p:nvSpPr>
          <p:cNvPr id="6" name="Rectangle 279"/>
          <p:cNvSpPr>
            <a:spLocks noChangeArrowheads="1"/>
          </p:cNvSpPr>
          <p:nvPr/>
        </p:nvSpPr>
        <p:spPr bwMode="auto">
          <a:xfrm>
            <a:off x="7112593" y="5002897"/>
            <a:ext cx="661395" cy="142985"/>
          </a:xfrm>
          <a:prstGeom prst="rect">
            <a:avLst/>
          </a:prstGeom>
          <a:noFill/>
          <a:ln w="9525">
            <a:noFill/>
            <a:miter lim="800000"/>
            <a:headEnd/>
            <a:tailEnd/>
          </a:ln>
        </p:spPr>
        <p:txBody>
          <a:bodyPr wrap="none" lIns="61593" tIns="30796" rIns="61593" bIns="30796" anchor="b">
            <a:spAutoFit/>
          </a:bodyPr>
          <a:lstStyle/>
          <a:p>
            <a:pPr algn="r" defTabSz="610791">
              <a:lnSpc>
                <a:spcPct val="100000"/>
              </a:lnSpc>
              <a:defRPr/>
            </a:pPr>
            <a:r>
              <a:rPr lang="en-US" sz="525" dirty="0">
                <a:solidFill>
                  <a:srgbClr val="D3D3D3"/>
                </a:solidFill>
              </a:rPr>
              <a:t>Cisco Confidential</a:t>
            </a:r>
          </a:p>
        </p:txBody>
      </p:sp>
      <p:sp>
        <p:nvSpPr>
          <p:cNvPr id="7" name="Rectangle 280"/>
          <p:cNvSpPr>
            <a:spLocks noChangeArrowheads="1"/>
          </p:cNvSpPr>
          <p:nvPr/>
        </p:nvSpPr>
        <p:spPr bwMode="auto">
          <a:xfrm>
            <a:off x="193676" y="5002897"/>
            <a:ext cx="962025" cy="142985"/>
          </a:xfrm>
          <a:prstGeom prst="rect">
            <a:avLst/>
          </a:prstGeom>
          <a:noFill/>
          <a:ln w="9525">
            <a:noFill/>
            <a:miter lim="800000"/>
            <a:headEnd/>
            <a:tailEnd/>
          </a:ln>
        </p:spPr>
        <p:txBody>
          <a:bodyPr lIns="61593" tIns="30796" rIns="61593" bIns="30796" anchor="b">
            <a:spAutoFit/>
          </a:bodyPr>
          <a:lstStyle/>
          <a:p>
            <a:pPr algn="l" defTabSz="610791">
              <a:lnSpc>
                <a:spcPct val="100000"/>
              </a:lnSpc>
              <a:defRPr/>
            </a:pPr>
            <a:r>
              <a:rPr lang="en-US" sz="525" dirty="0">
                <a:solidFill>
                  <a:srgbClr val="D3D3D3"/>
                </a:solidFill>
              </a:rPr>
              <a:t>Presentation_ID</a:t>
            </a:r>
          </a:p>
        </p:txBody>
      </p:sp>
      <p:sp>
        <p:nvSpPr>
          <p:cNvPr id="8" name="Rectangle 281"/>
          <p:cNvSpPr>
            <a:spLocks noChangeArrowheads="1"/>
          </p:cNvSpPr>
          <p:nvPr/>
        </p:nvSpPr>
        <p:spPr bwMode="auto">
          <a:xfrm>
            <a:off x="8616269" y="4968271"/>
            <a:ext cx="300719" cy="177610"/>
          </a:xfrm>
          <a:prstGeom prst="rect">
            <a:avLst/>
          </a:prstGeom>
          <a:noFill/>
          <a:ln w="9525" algn="ctr">
            <a:noFill/>
            <a:miter lim="800000"/>
            <a:headEnd/>
            <a:tailEnd/>
          </a:ln>
        </p:spPr>
        <p:txBody>
          <a:bodyPr wrap="none" lIns="61593" tIns="30796" rIns="61593" bIns="30796" anchor="b">
            <a:spAutoFit/>
          </a:bodyPr>
          <a:lstStyle/>
          <a:p>
            <a:pPr algn="r" defTabSz="610791">
              <a:lnSpc>
                <a:spcPct val="100000"/>
              </a:lnSpc>
              <a:defRPr/>
            </a:pPr>
            <a:fld id="{602D8DB9-125D-49B3-8BCC-F9D106BDA5A7}" type="slidenum">
              <a:rPr lang="en-US" sz="750">
                <a:solidFill>
                  <a:srgbClr val="D3D3D3"/>
                </a:solidFill>
              </a:rPr>
              <a:pPr algn="r" defTabSz="610791">
                <a:lnSpc>
                  <a:spcPct val="100000"/>
                </a:lnSpc>
                <a:defRPr/>
              </a:pPr>
              <a:t>‹nr.›</a:t>
            </a:fld>
            <a:endParaRPr lang="en-US" sz="750" dirty="0">
              <a:solidFill>
                <a:srgbClr val="D3D3D3"/>
              </a:solidFill>
            </a:endParaRPr>
          </a:p>
        </p:txBody>
      </p:sp>
      <p:pic>
        <p:nvPicPr>
          <p:cNvPr id="9" name="Picture 331" descr="Cisco_NewLogo"/>
          <p:cNvPicPr>
            <a:picLocks noChangeAspect="1" noChangeArrowheads="1"/>
          </p:cNvPicPr>
          <p:nvPr/>
        </p:nvPicPr>
        <p:blipFill>
          <a:blip r:embed="rId3" cstate="print"/>
          <a:srcRect/>
          <a:stretch>
            <a:fillRect/>
          </a:stretch>
        </p:blipFill>
        <p:spPr bwMode="auto">
          <a:xfrm>
            <a:off x="5483225" y="4455319"/>
            <a:ext cx="3354388" cy="355997"/>
          </a:xfrm>
          <a:prstGeom prst="rect">
            <a:avLst/>
          </a:prstGeom>
          <a:noFill/>
          <a:ln w="9525">
            <a:noFill/>
            <a:miter lim="800000"/>
            <a:headEnd/>
            <a:tailEnd/>
          </a:ln>
        </p:spPr>
      </p:pic>
      <p:pic>
        <p:nvPicPr>
          <p:cNvPr id="10" name="Picture 333" descr="Cisco"/>
          <p:cNvPicPr>
            <a:picLocks noChangeAspect="1" noChangeArrowheads="1"/>
          </p:cNvPicPr>
          <p:nvPr/>
        </p:nvPicPr>
        <p:blipFill>
          <a:blip r:embed="rId4" cstate="print"/>
          <a:srcRect/>
          <a:stretch>
            <a:fillRect/>
          </a:stretch>
        </p:blipFill>
        <p:spPr bwMode="auto">
          <a:xfrm>
            <a:off x="246064" y="89298"/>
            <a:ext cx="1171575" cy="678656"/>
          </a:xfrm>
          <a:prstGeom prst="rect">
            <a:avLst/>
          </a:prstGeom>
          <a:noFill/>
          <a:ln w="9525">
            <a:noFill/>
            <a:miter lim="800000"/>
            <a:headEnd/>
            <a:tailEnd/>
          </a:ln>
        </p:spPr>
      </p:pic>
      <p:sp>
        <p:nvSpPr>
          <p:cNvPr id="369873" name="Rectangle 209"/>
          <p:cNvSpPr>
            <a:spLocks noGrp="1" noChangeArrowheads="1"/>
          </p:cNvSpPr>
          <p:nvPr>
            <p:ph type="ctrTitle"/>
          </p:nvPr>
        </p:nvSpPr>
        <p:spPr bwMode="white">
          <a:xfrm>
            <a:off x="311151" y="2003822"/>
            <a:ext cx="3768725" cy="622697"/>
          </a:xfrm>
          <a:ln/>
        </p:spPr>
        <p:txBody>
          <a:bodyPr anchor="ctr"/>
          <a:lstStyle>
            <a:lvl1pPr>
              <a:defRPr sz="2250" b="0">
                <a:solidFill>
                  <a:srgbClr val="FFFFFF"/>
                </a:solidFill>
              </a:defRPr>
            </a:lvl1pPr>
          </a:lstStyle>
          <a:p>
            <a:r>
              <a:rPr lang="en-US"/>
              <a:t>Click to edit Master title style</a:t>
            </a:r>
          </a:p>
        </p:txBody>
      </p:sp>
      <p:sp>
        <p:nvSpPr>
          <p:cNvPr id="369874" name="Rectangle 210"/>
          <p:cNvSpPr>
            <a:spLocks noGrp="1" noChangeArrowheads="1"/>
          </p:cNvSpPr>
          <p:nvPr>
            <p:ph type="subTitle" idx="1"/>
          </p:nvPr>
        </p:nvSpPr>
        <p:spPr>
          <a:xfrm>
            <a:off x="311150" y="3504010"/>
            <a:ext cx="4103688" cy="494109"/>
          </a:xfrm>
          <a:ln/>
        </p:spPr>
        <p:txBody>
          <a:bodyPr/>
          <a:lstStyle>
            <a:lvl1pPr marL="0" indent="0">
              <a:lnSpc>
                <a:spcPct val="90000"/>
              </a:lnSpc>
              <a:buFont typeface="Wingdings" pitchFamily="2" charset="2"/>
              <a:buNone/>
              <a:defRPr sz="1500" b="1">
                <a:solidFill>
                  <a:schemeClr val="bg2"/>
                </a:solidFill>
              </a:defRPr>
            </a:lvl1pPr>
          </a:lstStyle>
          <a:p>
            <a:r>
              <a:rPr lang="en-US"/>
              <a:t>Click to edit Master subtitle style</a:t>
            </a:r>
          </a:p>
        </p:txBody>
      </p:sp>
    </p:spTree>
    <p:extLst>
      <p:ext uri="{BB962C8B-B14F-4D97-AF65-F5344CB8AC3E}">
        <p14:creationId xmlns:p14="http://schemas.microsoft.com/office/powerpoint/2010/main" val="31345311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423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24059627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9" y="1510904"/>
            <a:ext cx="3894137" cy="2678906"/>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1510904"/>
            <a:ext cx="3894138" cy="2678906"/>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3010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68803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648121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21983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7180684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dirty="0"/>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5120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20143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6" y="598885"/>
            <a:ext cx="2035175" cy="35909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9" y="598885"/>
            <a:ext cx="5957887" cy="35909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3193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8" y="3809527"/>
            <a:ext cx="4319105" cy="288131"/>
          </a:xfrm>
          <a:prstGeom prst="rect">
            <a:avLst/>
          </a:prstGeom>
        </p:spPr>
        <p:txBody>
          <a:bodyPr lIns="91420" tIns="45710" rIns="91420" bIns="45710" anchor="b" anchorCtr="0">
            <a:noAutofit/>
          </a:bodyPr>
          <a:lstStyle>
            <a:lvl1pPr marL="0" indent="0" algn="l">
              <a:buNone/>
              <a:defRPr sz="900" b="0" i="0">
                <a:solidFill>
                  <a:schemeClr val="accent5"/>
                </a:solidFill>
                <a:latin typeface="+mn-lt"/>
                <a:cs typeface="CiscoSans"/>
              </a:defRPr>
            </a:lvl1pPr>
            <a:lvl2pPr marL="257142" indent="0" algn="ctr">
              <a:buNone/>
              <a:defRPr>
                <a:solidFill>
                  <a:schemeClr val="tx1">
                    <a:tint val="75000"/>
                  </a:schemeClr>
                </a:solidFill>
              </a:defRPr>
            </a:lvl2pPr>
            <a:lvl3pPr marL="514290" indent="0" algn="ctr">
              <a:buNone/>
              <a:defRPr>
                <a:solidFill>
                  <a:schemeClr val="tx1">
                    <a:tint val="75000"/>
                  </a:schemeClr>
                </a:solidFill>
              </a:defRPr>
            </a:lvl3pPr>
            <a:lvl4pPr marL="771434" indent="0" algn="ctr">
              <a:buNone/>
              <a:defRPr>
                <a:solidFill>
                  <a:schemeClr val="tx1">
                    <a:tint val="75000"/>
                  </a:schemeClr>
                </a:solidFill>
              </a:defRPr>
            </a:lvl4pPr>
            <a:lvl5pPr marL="1028581" indent="0" algn="ctr">
              <a:buNone/>
              <a:defRPr>
                <a:solidFill>
                  <a:schemeClr val="tx1">
                    <a:tint val="75000"/>
                  </a:schemeClr>
                </a:solidFill>
              </a:defRPr>
            </a:lvl5pPr>
            <a:lvl6pPr marL="1285723" indent="0" algn="ctr">
              <a:buNone/>
              <a:defRPr>
                <a:solidFill>
                  <a:schemeClr val="tx1">
                    <a:tint val="75000"/>
                  </a:schemeClr>
                </a:solidFill>
              </a:defRPr>
            </a:lvl6pPr>
            <a:lvl7pPr marL="1542871" indent="0" algn="ctr">
              <a:buNone/>
              <a:defRPr>
                <a:solidFill>
                  <a:schemeClr val="tx1">
                    <a:tint val="75000"/>
                  </a:schemeClr>
                </a:solidFill>
              </a:defRPr>
            </a:lvl7pPr>
            <a:lvl8pPr marL="1800015" indent="0" algn="ctr">
              <a:buNone/>
              <a:defRPr>
                <a:solidFill>
                  <a:schemeClr val="tx1">
                    <a:tint val="75000"/>
                  </a:schemeClr>
                </a:solidFill>
              </a:defRPr>
            </a:lvl8pPr>
            <a:lvl9pPr marL="205716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8" y="4049524"/>
            <a:ext cx="4319105" cy="288131"/>
          </a:xfrm>
          <a:prstGeom prst="rect">
            <a:avLst/>
          </a:prstGeom>
        </p:spPr>
        <p:txBody>
          <a:bodyPr lIns="91420" tIns="45710" rIns="91420" bIns="45710"/>
          <a:lstStyle>
            <a:lvl1pPr marL="0" indent="0" algn="l">
              <a:buFontTx/>
              <a:buNone/>
              <a:defRPr lang="en-US" sz="900" b="0" i="0" kern="1200" dirty="0" smtClean="0">
                <a:solidFill>
                  <a:schemeClr val="accent5"/>
                </a:solidFill>
                <a:latin typeface="+mn-lt"/>
                <a:ea typeface="+mn-ea"/>
                <a:cs typeface="CiscoSans ExtraLight" pitchFamily="34" charset="0"/>
              </a:defRPr>
            </a:lvl1pPr>
            <a:lvl2pPr>
              <a:buFontTx/>
              <a:buNone/>
              <a:defRPr lang="en-US" sz="1125" kern="1200" dirty="0" smtClean="0">
                <a:solidFill>
                  <a:schemeClr val="bg1"/>
                </a:solidFill>
                <a:latin typeface="+mj-lt"/>
                <a:ea typeface="+mn-ea"/>
                <a:cs typeface="+mn-cs"/>
              </a:defRPr>
            </a:lvl2pPr>
            <a:lvl3pPr>
              <a:buFontTx/>
              <a:buNone/>
              <a:defRPr lang="en-US" sz="1125" kern="1200" dirty="0" smtClean="0">
                <a:solidFill>
                  <a:schemeClr val="bg1"/>
                </a:solidFill>
                <a:latin typeface="+mj-lt"/>
                <a:ea typeface="+mn-ea"/>
                <a:cs typeface="+mn-cs"/>
              </a:defRPr>
            </a:lvl3pPr>
            <a:lvl4pPr>
              <a:buFontTx/>
              <a:buNone/>
              <a:defRPr lang="en-US" sz="1125" kern="1200" dirty="0" smtClean="0">
                <a:solidFill>
                  <a:schemeClr val="bg1"/>
                </a:solidFill>
                <a:latin typeface="+mj-lt"/>
                <a:ea typeface="+mn-ea"/>
                <a:cs typeface="+mn-cs"/>
              </a:defRPr>
            </a:lvl4pPr>
            <a:lvl5pPr>
              <a:buFontTx/>
              <a:buNone/>
              <a:defRPr lang="en-US" sz="1125"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8" y="4289521"/>
            <a:ext cx="4319105" cy="288131"/>
          </a:xfrm>
          <a:prstGeom prst="rect">
            <a:avLst/>
          </a:prstGeom>
        </p:spPr>
        <p:txBody>
          <a:bodyPr lIns="91420" tIns="45710" rIns="91420" bIns="45710"/>
          <a:lstStyle>
            <a:lvl1pPr marL="0" indent="0" algn="l">
              <a:buFontTx/>
              <a:buNone/>
              <a:defRPr lang="en-US" sz="900" b="0" i="0" kern="1200" dirty="0" smtClean="0">
                <a:solidFill>
                  <a:schemeClr val="accent5"/>
                </a:solidFill>
                <a:latin typeface="+mn-lt"/>
                <a:ea typeface="+mn-ea"/>
                <a:cs typeface="CiscoSans ExtraLight" pitchFamily="34" charset="0"/>
              </a:defRPr>
            </a:lvl1pPr>
            <a:lvl2pPr>
              <a:buFontTx/>
              <a:buNone/>
              <a:defRPr lang="en-US" sz="1125" kern="1200" dirty="0" smtClean="0">
                <a:solidFill>
                  <a:schemeClr val="bg1"/>
                </a:solidFill>
                <a:latin typeface="+mj-lt"/>
                <a:ea typeface="+mn-ea"/>
                <a:cs typeface="+mn-cs"/>
              </a:defRPr>
            </a:lvl2pPr>
            <a:lvl3pPr>
              <a:buFontTx/>
              <a:buNone/>
              <a:defRPr lang="en-US" sz="1125" kern="1200" dirty="0" smtClean="0">
                <a:solidFill>
                  <a:schemeClr val="bg1"/>
                </a:solidFill>
                <a:latin typeface="+mj-lt"/>
                <a:ea typeface="+mn-ea"/>
                <a:cs typeface="+mn-cs"/>
              </a:defRPr>
            </a:lvl3pPr>
            <a:lvl4pPr>
              <a:buFontTx/>
              <a:buNone/>
              <a:defRPr lang="en-US" sz="1125" kern="1200" dirty="0" smtClean="0">
                <a:solidFill>
                  <a:schemeClr val="bg1"/>
                </a:solidFill>
                <a:latin typeface="+mj-lt"/>
                <a:ea typeface="+mn-ea"/>
                <a:cs typeface="+mn-cs"/>
              </a:defRPr>
            </a:lvl4pPr>
            <a:lvl5pPr>
              <a:buFontTx/>
              <a:buNone/>
              <a:defRPr lang="en-US" sz="1125"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7"/>
            <a:ext cx="5925246" cy="299001"/>
          </a:xfrm>
          <a:prstGeom prst="rect">
            <a:avLst/>
          </a:prstGeom>
        </p:spPr>
        <p:txBody>
          <a:bodyPr lIns="91420" tIns="45710" rIns="91420" bIns="45710"/>
          <a:lstStyle>
            <a:lvl1pPr marL="0" indent="0">
              <a:buFont typeface="Arial" panose="020B0604020202020204" pitchFamily="34" charset="0"/>
              <a:buNone/>
              <a:defRPr sz="1500" baseline="0">
                <a:solidFill>
                  <a:schemeClr val="bg2"/>
                </a:solidFill>
                <a:latin typeface="+mj-lt"/>
              </a:defRPr>
            </a:lvl1pPr>
            <a:lvl2pPr marL="228586" indent="0">
              <a:buNone/>
              <a:defRPr/>
            </a:lvl2pPr>
            <a:lvl3pPr marL="320551" indent="0">
              <a:buNone/>
              <a:defRPr/>
            </a:lvl3pPr>
            <a:lvl4pPr marL="387521" indent="0">
              <a:buNone/>
              <a:defRPr/>
            </a:lvl4pPr>
            <a:lvl5pPr marL="450916" indent="0">
              <a:buNone/>
              <a:defRPr/>
            </a:lvl5pPr>
          </a:lstStyle>
          <a:p>
            <a:pPr lvl="0"/>
            <a:r>
              <a:rPr lang="en-US"/>
              <a:t>Click to edit Master text styles</a:t>
            </a:r>
          </a:p>
        </p:txBody>
      </p:sp>
      <p:sp>
        <p:nvSpPr>
          <p:cNvPr id="20" name="Title 1"/>
          <p:cNvSpPr>
            <a:spLocks noGrp="1"/>
          </p:cNvSpPr>
          <p:nvPr>
            <p:ph type="ctrTitle"/>
          </p:nvPr>
        </p:nvSpPr>
        <p:spPr>
          <a:xfrm>
            <a:off x="425767" y="2300750"/>
            <a:ext cx="5955513" cy="644730"/>
          </a:xfrm>
          <a:prstGeom prst="rect">
            <a:avLst/>
          </a:prstGeom>
        </p:spPr>
        <p:txBody>
          <a:bodyPr anchor="b"/>
          <a:lstStyle>
            <a:lvl1pPr marL="0" indent="0" algn="l">
              <a:lnSpc>
                <a:spcPct val="90000"/>
              </a:lnSpc>
              <a:buFont typeface="Arial" panose="020B0604020202020204" pitchFamily="34" charset="0"/>
              <a:buNone/>
              <a:defRPr sz="27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9"/>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spTree>
    <p:extLst>
      <p:ext uri="{BB962C8B-B14F-4D97-AF65-F5344CB8AC3E}">
        <p14:creationId xmlns:p14="http://schemas.microsoft.com/office/powerpoint/2010/main" val="56640814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1"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‹nr.›</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13155140"/>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9"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6146"/>
          <p:cNvSpPr>
            <a:spLocks noGrp="1" noChangeArrowheads="1"/>
          </p:cNvSpPr>
          <p:nvPr>
            <p:ph type="title"/>
          </p:nvPr>
        </p:nvSpPr>
        <p:spPr bwMode="auto">
          <a:xfrm>
            <a:off x="655638" y="598885"/>
            <a:ext cx="8145462" cy="628650"/>
          </a:xfrm>
          <a:prstGeom prst="rect">
            <a:avLst/>
          </a:prstGeom>
          <a:noFill/>
          <a:ln w="9525" algn="ctr">
            <a:noFill/>
            <a:miter lim="800000"/>
            <a:headEnd/>
            <a:tailEnd/>
          </a:ln>
        </p:spPr>
        <p:txBody>
          <a:bodyPr vert="horz" wrap="square" lIns="82124" tIns="41061" rIns="82124" bIns="41061" numCol="1" anchor="b" anchorCtr="0" compatLnSpc="1">
            <a:prstTxWarp prst="textNoShape">
              <a:avLst/>
            </a:prstTxWarp>
          </a:bodyPr>
          <a:lstStyle/>
          <a:p>
            <a:pPr lvl="0"/>
            <a:r>
              <a:rPr lang="en-US"/>
              <a:t>Slide Title</a:t>
            </a:r>
          </a:p>
        </p:txBody>
      </p:sp>
      <p:sp>
        <p:nvSpPr>
          <p:cNvPr id="2051" name="Rectangle 6281"/>
          <p:cNvSpPr>
            <a:spLocks noChangeArrowheads="1"/>
          </p:cNvSpPr>
          <p:nvPr/>
        </p:nvSpPr>
        <p:spPr bwMode="auto">
          <a:xfrm>
            <a:off x="193676" y="5002897"/>
            <a:ext cx="962025" cy="142985"/>
          </a:xfrm>
          <a:prstGeom prst="rect">
            <a:avLst/>
          </a:prstGeom>
          <a:noFill/>
          <a:ln w="9525">
            <a:noFill/>
            <a:miter lim="800000"/>
            <a:headEnd/>
            <a:tailEnd/>
          </a:ln>
        </p:spPr>
        <p:txBody>
          <a:bodyPr lIns="61593" tIns="30796" rIns="61593" bIns="30796" anchor="b">
            <a:spAutoFit/>
          </a:bodyPr>
          <a:lstStyle/>
          <a:p>
            <a:pPr algn="l" defTabSz="610791">
              <a:lnSpc>
                <a:spcPct val="100000"/>
              </a:lnSpc>
              <a:defRPr/>
            </a:pPr>
            <a:r>
              <a:rPr lang="en-US" sz="525" dirty="0">
                <a:solidFill>
                  <a:srgbClr val="D3D3D3"/>
                </a:solidFill>
              </a:rPr>
              <a:t>Presentation_ID</a:t>
            </a:r>
          </a:p>
        </p:txBody>
      </p:sp>
      <p:sp>
        <p:nvSpPr>
          <p:cNvPr id="2052" name="Rectangle 6282"/>
          <p:cNvSpPr>
            <a:spLocks noChangeArrowheads="1"/>
          </p:cNvSpPr>
          <p:nvPr/>
        </p:nvSpPr>
        <p:spPr bwMode="auto">
          <a:xfrm>
            <a:off x="8616269" y="4968271"/>
            <a:ext cx="300719" cy="177610"/>
          </a:xfrm>
          <a:prstGeom prst="rect">
            <a:avLst/>
          </a:prstGeom>
          <a:noFill/>
          <a:ln w="9525" algn="ctr">
            <a:noFill/>
            <a:miter lim="800000"/>
            <a:headEnd/>
            <a:tailEnd/>
          </a:ln>
        </p:spPr>
        <p:txBody>
          <a:bodyPr wrap="none" lIns="61593" tIns="30796" rIns="61593" bIns="30796" anchor="b">
            <a:spAutoFit/>
          </a:bodyPr>
          <a:lstStyle/>
          <a:p>
            <a:pPr algn="r" defTabSz="610791">
              <a:lnSpc>
                <a:spcPct val="100000"/>
              </a:lnSpc>
              <a:defRPr/>
            </a:pPr>
            <a:fld id="{4656828F-70FF-4FA6-A4C2-1E97AB34D530}" type="slidenum">
              <a:rPr lang="en-US" sz="750">
                <a:solidFill>
                  <a:srgbClr val="D3D3D3"/>
                </a:solidFill>
              </a:rPr>
              <a:pPr algn="r" defTabSz="610791">
                <a:lnSpc>
                  <a:spcPct val="100000"/>
                </a:lnSpc>
                <a:defRPr/>
              </a:pPr>
              <a:t>‹nr.›</a:t>
            </a:fld>
            <a:endParaRPr lang="en-US" sz="750" dirty="0">
              <a:solidFill>
                <a:srgbClr val="D3D3D3"/>
              </a:solidFill>
            </a:endParaRPr>
          </a:p>
        </p:txBody>
      </p:sp>
      <p:sp>
        <p:nvSpPr>
          <p:cNvPr id="2053" name="Rectangle 6284"/>
          <p:cNvSpPr>
            <a:spLocks noGrp="1" noChangeArrowheads="1"/>
          </p:cNvSpPr>
          <p:nvPr>
            <p:ph type="body" idx="1"/>
          </p:nvPr>
        </p:nvSpPr>
        <p:spPr bwMode="auto">
          <a:xfrm>
            <a:off x="655639" y="1510904"/>
            <a:ext cx="7940675" cy="2678906"/>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sp>
        <p:nvSpPr>
          <p:cNvPr id="2054" name="Rectangle 6312"/>
          <p:cNvSpPr>
            <a:spLocks noChangeArrowheads="1"/>
          </p:cNvSpPr>
          <p:nvPr/>
        </p:nvSpPr>
        <p:spPr bwMode="auto">
          <a:xfrm>
            <a:off x="4498976" y="5002897"/>
            <a:ext cx="1525414" cy="142985"/>
          </a:xfrm>
          <a:prstGeom prst="rect">
            <a:avLst/>
          </a:prstGeom>
          <a:noFill/>
          <a:ln w="9525">
            <a:noFill/>
            <a:miter lim="800000"/>
            <a:headEnd/>
            <a:tailEnd/>
          </a:ln>
        </p:spPr>
        <p:txBody>
          <a:bodyPr wrap="none" lIns="61593" tIns="30796" rIns="61593" bIns="30796" anchor="b" anchorCtr="1">
            <a:spAutoFit/>
          </a:bodyPr>
          <a:lstStyle/>
          <a:p>
            <a:pPr algn="l" defTabSz="610791">
              <a:lnSpc>
                <a:spcPct val="100000"/>
              </a:lnSpc>
              <a:defRPr/>
            </a:pPr>
            <a:r>
              <a:rPr lang="en-US" sz="525" dirty="0">
                <a:solidFill>
                  <a:srgbClr val="D3D3D3"/>
                </a:solidFill>
              </a:rPr>
              <a:t>© 2008 Cisco Systems, Inc. All rights reserved.</a:t>
            </a:r>
          </a:p>
        </p:txBody>
      </p:sp>
      <p:sp>
        <p:nvSpPr>
          <p:cNvPr id="2055" name="Rectangle 6313"/>
          <p:cNvSpPr>
            <a:spLocks noChangeArrowheads="1"/>
          </p:cNvSpPr>
          <p:nvPr/>
        </p:nvSpPr>
        <p:spPr bwMode="auto">
          <a:xfrm>
            <a:off x="7112593" y="5002897"/>
            <a:ext cx="661395" cy="142985"/>
          </a:xfrm>
          <a:prstGeom prst="rect">
            <a:avLst/>
          </a:prstGeom>
          <a:noFill/>
          <a:ln w="9525">
            <a:noFill/>
            <a:miter lim="800000"/>
            <a:headEnd/>
            <a:tailEnd/>
          </a:ln>
        </p:spPr>
        <p:txBody>
          <a:bodyPr wrap="none" lIns="61593" tIns="30796" rIns="61593" bIns="30796" anchor="b">
            <a:spAutoFit/>
          </a:bodyPr>
          <a:lstStyle/>
          <a:p>
            <a:pPr algn="r" defTabSz="610791">
              <a:lnSpc>
                <a:spcPct val="100000"/>
              </a:lnSpc>
              <a:defRPr/>
            </a:pPr>
            <a:r>
              <a:rPr lang="en-US" sz="525" dirty="0">
                <a:solidFill>
                  <a:srgbClr val="D3D3D3"/>
                </a:solidFill>
              </a:rPr>
              <a:t>Cisco Confidential</a:t>
            </a:r>
          </a:p>
        </p:txBody>
      </p:sp>
      <p:pic>
        <p:nvPicPr>
          <p:cNvPr id="2056" name="Picture 8" descr="Rev08_Cisco_BrandBar10_060408.png"/>
          <p:cNvPicPr>
            <a:picLocks noChangeAspect="1"/>
          </p:cNvPicPr>
          <p:nvPr/>
        </p:nvPicPr>
        <p:blipFill>
          <a:blip r:embed="rId14" cstate="print"/>
          <a:srcRect/>
          <a:stretch>
            <a:fillRect/>
          </a:stretch>
        </p:blipFill>
        <p:spPr bwMode="auto">
          <a:xfrm>
            <a:off x="0" y="0"/>
            <a:ext cx="9144000" cy="255985"/>
          </a:xfrm>
          <a:prstGeom prst="rect">
            <a:avLst/>
          </a:prstGeom>
          <a:noFill/>
          <a:ln w="9525">
            <a:noFill/>
            <a:miter lim="800000"/>
            <a:headEnd/>
            <a:tailEnd/>
          </a:ln>
        </p:spPr>
      </p:pic>
    </p:spTree>
    <p:extLst>
      <p:ext uri="{BB962C8B-B14F-4D97-AF65-F5344CB8AC3E}">
        <p14:creationId xmlns:p14="http://schemas.microsoft.com/office/powerpoint/2010/main" val="270973009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610791" rtl="0" eaLnBrk="0" fontAlgn="base" hangingPunct="0">
        <a:lnSpc>
          <a:spcPct val="90000"/>
        </a:lnSpc>
        <a:spcBef>
          <a:spcPct val="0"/>
        </a:spcBef>
        <a:spcAft>
          <a:spcPct val="0"/>
        </a:spcAft>
        <a:defRPr sz="2400" b="1">
          <a:solidFill>
            <a:srgbClr val="708CA1"/>
          </a:solidFill>
          <a:latin typeface="+mj-lt"/>
          <a:ea typeface="+mj-ea"/>
          <a:cs typeface="+mj-cs"/>
        </a:defRPr>
      </a:lvl1pPr>
      <a:lvl2pPr algn="l" defTabSz="610791" rtl="0" eaLnBrk="0" fontAlgn="base" hangingPunct="0">
        <a:lnSpc>
          <a:spcPct val="90000"/>
        </a:lnSpc>
        <a:spcBef>
          <a:spcPct val="0"/>
        </a:spcBef>
        <a:spcAft>
          <a:spcPct val="0"/>
        </a:spcAft>
        <a:defRPr sz="2400" b="1">
          <a:solidFill>
            <a:srgbClr val="708CA1"/>
          </a:solidFill>
          <a:latin typeface="Arial" charset="0"/>
        </a:defRPr>
      </a:lvl2pPr>
      <a:lvl3pPr algn="l" defTabSz="610791" rtl="0" eaLnBrk="0" fontAlgn="base" hangingPunct="0">
        <a:lnSpc>
          <a:spcPct val="90000"/>
        </a:lnSpc>
        <a:spcBef>
          <a:spcPct val="0"/>
        </a:spcBef>
        <a:spcAft>
          <a:spcPct val="0"/>
        </a:spcAft>
        <a:defRPr sz="2400" b="1">
          <a:solidFill>
            <a:srgbClr val="708CA1"/>
          </a:solidFill>
          <a:latin typeface="Arial" charset="0"/>
        </a:defRPr>
      </a:lvl3pPr>
      <a:lvl4pPr algn="l" defTabSz="610791" rtl="0" eaLnBrk="0" fontAlgn="base" hangingPunct="0">
        <a:lnSpc>
          <a:spcPct val="90000"/>
        </a:lnSpc>
        <a:spcBef>
          <a:spcPct val="0"/>
        </a:spcBef>
        <a:spcAft>
          <a:spcPct val="0"/>
        </a:spcAft>
        <a:defRPr sz="2400" b="1">
          <a:solidFill>
            <a:srgbClr val="708CA1"/>
          </a:solidFill>
          <a:latin typeface="Arial" charset="0"/>
        </a:defRPr>
      </a:lvl4pPr>
      <a:lvl5pPr algn="l" defTabSz="610791" rtl="0" eaLnBrk="0" fontAlgn="base" hangingPunct="0">
        <a:lnSpc>
          <a:spcPct val="90000"/>
        </a:lnSpc>
        <a:spcBef>
          <a:spcPct val="0"/>
        </a:spcBef>
        <a:spcAft>
          <a:spcPct val="0"/>
        </a:spcAft>
        <a:defRPr sz="2400" b="1">
          <a:solidFill>
            <a:srgbClr val="708CA1"/>
          </a:solidFill>
          <a:latin typeface="Arial" charset="0"/>
        </a:defRPr>
      </a:lvl5pPr>
      <a:lvl6pPr marL="342900" algn="l" defTabSz="610791" rtl="0" eaLnBrk="1" fontAlgn="base" hangingPunct="1">
        <a:lnSpc>
          <a:spcPct val="90000"/>
        </a:lnSpc>
        <a:spcBef>
          <a:spcPct val="0"/>
        </a:spcBef>
        <a:spcAft>
          <a:spcPct val="0"/>
        </a:spcAft>
        <a:defRPr sz="2400" b="1">
          <a:solidFill>
            <a:srgbClr val="708CA1"/>
          </a:solidFill>
          <a:latin typeface="Arial" charset="0"/>
        </a:defRPr>
      </a:lvl6pPr>
      <a:lvl7pPr marL="685800" algn="l" defTabSz="610791" rtl="0" eaLnBrk="1" fontAlgn="base" hangingPunct="1">
        <a:lnSpc>
          <a:spcPct val="90000"/>
        </a:lnSpc>
        <a:spcBef>
          <a:spcPct val="0"/>
        </a:spcBef>
        <a:spcAft>
          <a:spcPct val="0"/>
        </a:spcAft>
        <a:defRPr sz="2400" b="1">
          <a:solidFill>
            <a:srgbClr val="708CA1"/>
          </a:solidFill>
          <a:latin typeface="Arial" charset="0"/>
        </a:defRPr>
      </a:lvl7pPr>
      <a:lvl8pPr marL="1028700" algn="l" defTabSz="610791" rtl="0" eaLnBrk="1" fontAlgn="base" hangingPunct="1">
        <a:lnSpc>
          <a:spcPct val="90000"/>
        </a:lnSpc>
        <a:spcBef>
          <a:spcPct val="0"/>
        </a:spcBef>
        <a:spcAft>
          <a:spcPct val="0"/>
        </a:spcAft>
        <a:defRPr sz="2400" b="1">
          <a:solidFill>
            <a:srgbClr val="708CA1"/>
          </a:solidFill>
          <a:latin typeface="Arial" charset="0"/>
        </a:defRPr>
      </a:lvl8pPr>
      <a:lvl9pPr marL="1371600" algn="l" defTabSz="610791" rtl="0" eaLnBrk="1" fontAlgn="base" hangingPunct="1">
        <a:lnSpc>
          <a:spcPct val="90000"/>
        </a:lnSpc>
        <a:spcBef>
          <a:spcPct val="0"/>
        </a:spcBef>
        <a:spcAft>
          <a:spcPct val="0"/>
        </a:spcAft>
        <a:defRPr sz="2400" b="1">
          <a:solidFill>
            <a:srgbClr val="708CA1"/>
          </a:solidFill>
          <a:latin typeface="Arial" charset="0"/>
        </a:defRPr>
      </a:lvl9pPr>
    </p:titleStyle>
    <p:bodyStyle>
      <a:lvl1pPr marL="177404" indent="-177404" algn="l" defTabSz="610791" rtl="0" eaLnBrk="0" fontAlgn="base" hangingPunct="0">
        <a:lnSpc>
          <a:spcPct val="95000"/>
        </a:lnSpc>
        <a:spcBef>
          <a:spcPct val="50000"/>
        </a:spcBef>
        <a:spcAft>
          <a:spcPct val="0"/>
        </a:spcAft>
        <a:buClr>
          <a:srgbClr val="708CA1"/>
        </a:buClr>
        <a:buFont typeface="Wingdings" pitchFamily="2" charset="2"/>
        <a:buChar char="§"/>
        <a:defRPr sz="1800">
          <a:solidFill>
            <a:schemeClr val="tx1"/>
          </a:solidFill>
          <a:latin typeface="+mn-lt"/>
          <a:ea typeface="+mn-ea"/>
          <a:cs typeface="+mn-cs"/>
        </a:defRPr>
      </a:lvl1pPr>
      <a:lvl2pPr marL="431006" indent="-88106" algn="l" defTabSz="610791" rtl="0" eaLnBrk="0" fontAlgn="base" hangingPunct="0">
        <a:lnSpc>
          <a:spcPct val="95000"/>
        </a:lnSpc>
        <a:spcBef>
          <a:spcPct val="35000"/>
        </a:spcBef>
        <a:spcAft>
          <a:spcPct val="0"/>
        </a:spcAft>
        <a:buClr>
          <a:srgbClr val="708CA1"/>
        </a:buClr>
        <a:defRPr sz="1500">
          <a:solidFill>
            <a:schemeClr val="tx1"/>
          </a:solidFill>
          <a:latin typeface="+mn-lt"/>
        </a:defRPr>
      </a:lvl2pPr>
      <a:lvl3pPr marL="685800" algn="l" defTabSz="610791" rtl="0" eaLnBrk="0" fontAlgn="base" hangingPunct="0">
        <a:lnSpc>
          <a:spcPct val="95000"/>
        </a:lnSpc>
        <a:spcBef>
          <a:spcPct val="35000"/>
        </a:spcBef>
        <a:spcAft>
          <a:spcPct val="0"/>
        </a:spcAft>
        <a:buClr>
          <a:srgbClr val="708CA1"/>
        </a:buClr>
        <a:defRPr sz="1500">
          <a:solidFill>
            <a:schemeClr val="tx1"/>
          </a:solidFill>
          <a:latin typeface="+mn-lt"/>
        </a:defRPr>
      </a:lvl3pPr>
      <a:lvl4pPr marL="940594" indent="88106" algn="l" defTabSz="610791" rtl="0" eaLnBrk="0" fontAlgn="base" hangingPunct="0">
        <a:lnSpc>
          <a:spcPct val="95000"/>
        </a:lnSpc>
        <a:spcBef>
          <a:spcPct val="35000"/>
        </a:spcBef>
        <a:spcAft>
          <a:spcPct val="0"/>
        </a:spcAft>
        <a:buClr>
          <a:srgbClr val="708CA1"/>
        </a:buClr>
        <a:defRPr sz="1500">
          <a:solidFill>
            <a:schemeClr val="tx1"/>
          </a:solidFill>
          <a:latin typeface="+mn-lt"/>
        </a:defRPr>
      </a:lvl4pPr>
      <a:lvl5pPr marL="1203722" indent="167879" algn="l" defTabSz="610791" rtl="0" eaLnBrk="0" fontAlgn="base" hangingPunct="0">
        <a:lnSpc>
          <a:spcPct val="95000"/>
        </a:lnSpc>
        <a:spcBef>
          <a:spcPct val="35000"/>
        </a:spcBef>
        <a:spcAft>
          <a:spcPct val="0"/>
        </a:spcAft>
        <a:buClr>
          <a:srgbClr val="708CA1"/>
        </a:buClr>
        <a:defRPr sz="1500">
          <a:solidFill>
            <a:schemeClr val="tx1"/>
          </a:solidFill>
          <a:latin typeface="+mn-lt"/>
        </a:defRPr>
      </a:lvl5pPr>
      <a:lvl6pPr marL="1546622" algn="l" defTabSz="610791" rtl="0" eaLnBrk="1" fontAlgn="base" hangingPunct="1">
        <a:lnSpc>
          <a:spcPct val="95000"/>
        </a:lnSpc>
        <a:spcBef>
          <a:spcPct val="35000"/>
        </a:spcBef>
        <a:spcAft>
          <a:spcPct val="0"/>
        </a:spcAft>
        <a:buClr>
          <a:srgbClr val="708CA1"/>
        </a:buClr>
        <a:defRPr sz="1500">
          <a:solidFill>
            <a:schemeClr val="tx1"/>
          </a:solidFill>
          <a:latin typeface="+mn-lt"/>
        </a:defRPr>
      </a:lvl6pPr>
      <a:lvl7pPr marL="1889522" algn="l" defTabSz="610791" rtl="0" eaLnBrk="1" fontAlgn="base" hangingPunct="1">
        <a:lnSpc>
          <a:spcPct val="95000"/>
        </a:lnSpc>
        <a:spcBef>
          <a:spcPct val="35000"/>
        </a:spcBef>
        <a:spcAft>
          <a:spcPct val="0"/>
        </a:spcAft>
        <a:buClr>
          <a:srgbClr val="708CA1"/>
        </a:buClr>
        <a:defRPr sz="1500">
          <a:solidFill>
            <a:schemeClr val="tx1"/>
          </a:solidFill>
          <a:latin typeface="+mn-lt"/>
        </a:defRPr>
      </a:lvl7pPr>
      <a:lvl8pPr marL="2232422" algn="l" defTabSz="610791" rtl="0" eaLnBrk="1" fontAlgn="base" hangingPunct="1">
        <a:lnSpc>
          <a:spcPct val="95000"/>
        </a:lnSpc>
        <a:spcBef>
          <a:spcPct val="35000"/>
        </a:spcBef>
        <a:spcAft>
          <a:spcPct val="0"/>
        </a:spcAft>
        <a:buClr>
          <a:srgbClr val="708CA1"/>
        </a:buClr>
        <a:defRPr sz="1500">
          <a:solidFill>
            <a:schemeClr val="tx1"/>
          </a:solidFill>
          <a:latin typeface="+mn-lt"/>
        </a:defRPr>
      </a:lvl8pPr>
      <a:lvl9pPr marL="2575322" algn="l" defTabSz="610791" rtl="0" eaLnBrk="1" fontAlgn="base" hangingPunct="1">
        <a:lnSpc>
          <a:spcPct val="95000"/>
        </a:lnSpc>
        <a:spcBef>
          <a:spcPct val="35000"/>
        </a:spcBef>
        <a:spcAft>
          <a:spcPct val="0"/>
        </a:spcAft>
        <a:buClr>
          <a:srgbClr val="708CA1"/>
        </a:buCl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https://en.wikipedia.org/wiki/Security_association"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www.unixwiz.net/techtips/iguide-ipsec.html"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hyperlink" Target="https://www.youtube.com/watch?v=Z7LwU6H5IGE" TargetMode="External"/><Relationship Id="rId4" Type="http://schemas.openxmlformats.org/officeDocument/2006/relationships/hyperlink" Target="https://www.youtube.com/watch?v=MqFORN01ckg"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656678"/>
            <a:ext cx="6400800" cy="1348846"/>
          </a:xfrm>
          <a:prstGeom prst="rect">
            <a:avLst/>
          </a:prstGeom>
          <a:noFill/>
          <a:ln/>
        </p:spPr>
        <p:txBody>
          <a:bodyPr wrap="square" rtlCol="0"/>
          <a:lstStyle/>
          <a:p>
            <a:pPr marL="0" indent="0">
              <a:buNone/>
            </a:pPr>
            <a:r>
              <a:rPr lang="en-US" dirty="0">
                <a:effectLst/>
                <a:latin typeface="Arial" panose="020B0604020202020204" pitchFamily="34" charset="0"/>
                <a:ea typeface="Calibri" panose="020F0502020204030204" pitchFamily="34" charset="0"/>
                <a:cs typeface="Times New Roman" panose="02020603050405020304" pitchFamily="18" charset="0"/>
              </a:rPr>
              <a:t>VPN</a:t>
            </a:r>
          </a:p>
          <a:p>
            <a:pPr marL="0" indent="0">
              <a:buNone/>
            </a:pPr>
            <a:r>
              <a:rPr lang="en-US">
                <a:ea typeface="Calibri" panose="020F0502020204030204" pitchFamily="34" charset="0"/>
                <a:cs typeface="Times New Roman" panose="02020603050405020304" pitchFamily="18" charset="0"/>
              </a:rPr>
              <a:t>Modul 8 (WAN)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081CF6C-7B3E-4C84-9FB1-C070F5BDF1F7}"/>
              </a:ext>
            </a:extLst>
          </p:cNvPr>
          <p:cNvPicPr>
            <a:picLocks noGrp="1" noChangeAspect="1"/>
          </p:cNvPicPr>
          <p:nvPr>
            <p:ph idx="1"/>
          </p:nvPr>
        </p:nvPicPr>
        <p:blipFill>
          <a:blip r:embed="rId3"/>
          <a:stretch>
            <a:fillRect/>
          </a:stretch>
        </p:blipFill>
        <p:spPr>
          <a:xfrm>
            <a:off x="1250157" y="746372"/>
            <a:ext cx="6754289" cy="3650756"/>
          </a:xfrm>
        </p:spPr>
      </p:pic>
      <p:sp>
        <p:nvSpPr>
          <p:cNvPr id="6" name="TextBox 5">
            <a:extLst>
              <a:ext uri="{FF2B5EF4-FFF2-40B4-BE49-F238E27FC236}">
                <a16:creationId xmlns:a16="http://schemas.microsoft.com/office/drawing/2014/main" id="{B3FD4F9E-FD47-41C1-8AD4-067E43AABA3D}"/>
              </a:ext>
            </a:extLst>
          </p:cNvPr>
          <p:cNvSpPr txBox="1"/>
          <p:nvPr/>
        </p:nvSpPr>
        <p:spPr>
          <a:xfrm>
            <a:off x="3856311" y="1843066"/>
            <a:ext cx="1059906" cy="279307"/>
          </a:xfrm>
          <a:prstGeom prst="rect">
            <a:avLst/>
          </a:prstGeom>
          <a:noFill/>
        </p:spPr>
        <p:txBody>
          <a:bodyPr wrap="none" rtlCol="0">
            <a:spAutoFit/>
          </a:bodyPr>
          <a:lstStyle/>
          <a:p>
            <a:pPr algn="ctr" defTabSz="685800" eaLnBrk="0" fontAlgn="base" hangingPunct="0">
              <a:lnSpc>
                <a:spcPct val="90000"/>
              </a:lnSpc>
              <a:spcBef>
                <a:spcPct val="0"/>
              </a:spcBef>
              <a:spcAft>
                <a:spcPct val="0"/>
              </a:spcAft>
            </a:pPr>
            <a:r>
              <a:rPr lang="da-DK" sz="1350" dirty="0">
                <a:solidFill>
                  <a:srgbClr val="000000"/>
                </a:solidFill>
                <a:highlight>
                  <a:srgbClr val="FFFF00"/>
                </a:highlight>
                <a:latin typeface="Arial" charset="0"/>
              </a:rPr>
              <a:t>VPN tunnel</a:t>
            </a:r>
          </a:p>
        </p:txBody>
      </p:sp>
      <p:sp>
        <p:nvSpPr>
          <p:cNvPr id="7" name="TextBox 6">
            <a:extLst>
              <a:ext uri="{FF2B5EF4-FFF2-40B4-BE49-F238E27FC236}">
                <a16:creationId xmlns:a16="http://schemas.microsoft.com/office/drawing/2014/main" id="{9EA426F6-8191-4272-BDEC-D64C0B246E2A}"/>
              </a:ext>
            </a:extLst>
          </p:cNvPr>
          <p:cNvSpPr txBox="1"/>
          <p:nvPr/>
        </p:nvSpPr>
        <p:spPr>
          <a:xfrm>
            <a:off x="3942338" y="3564709"/>
            <a:ext cx="707245" cy="300082"/>
          </a:xfrm>
          <a:prstGeom prst="rect">
            <a:avLst/>
          </a:prstGeom>
          <a:noFill/>
        </p:spPr>
        <p:txBody>
          <a:bodyPr wrap="none" rtlCol="0">
            <a:spAutoFit/>
          </a:bodyPr>
          <a:lstStyle/>
          <a:p>
            <a:pPr algn="ctr" defTabSz="685800" eaLnBrk="0" fontAlgn="base" hangingPunct="0">
              <a:lnSpc>
                <a:spcPct val="90000"/>
              </a:lnSpc>
              <a:spcBef>
                <a:spcPct val="0"/>
              </a:spcBef>
              <a:spcAft>
                <a:spcPct val="0"/>
              </a:spcAft>
            </a:pPr>
            <a:r>
              <a:rPr lang="da-DK" sz="1500" dirty="0">
                <a:solidFill>
                  <a:srgbClr val="000000"/>
                </a:solidFill>
                <a:highlight>
                  <a:srgbClr val="00FF00"/>
                </a:highlight>
                <a:latin typeface="Arial" charset="0"/>
              </a:rPr>
              <a:t>OSPF</a:t>
            </a:r>
          </a:p>
        </p:txBody>
      </p:sp>
      <p:sp>
        <p:nvSpPr>
          <p:cNvPr id="9" name="TextBox 8">
            <a:extLst>
              <a:ext uri="{FF2B5EF4-FFF2-40B4-BE49-F238E27FC236}">
                <a16:creationId xmlns:a16="http://schemas.microsoft.com/office/drawing/2014/main" id="{8C79A909-2E98-485A-A216-49CCCFF028C3}"/>
              </a:ext>
            </a:extLst>
          </p:cNvPr>
          <p:cNvSpPr txBox="1"/>
          <p:nvPr/>
        </p:nvSpPr>
        <p:spPr>
          <a:xfrm>
            <a:off x="2770674" y="1480846"/>
            <a:ext cx="555088" cy="300082"/>
          </a:xfrm>
          <a:prstGeom prst="rect">
            <a:avLst/>
          </a:prstGeom>
          <a:noFill/>
        </p:spPr>
        <p:txBody>
          <a:bodyPr wrap="none" rtlCol="0">
            <a:spAutoFit/>
          </a:bodyPr>
          <a:lstStyle/>
          <a:p>
            <a:pPr algn="ctr" defTabSz="685800" eaLnBrk="0" fontAlgn="base" hangingPunct="0">
              <a:lnSpc>
                <a:spcPct val="90000"/>
              </a:lnSpc>
              <a:spcBef>
                <a:spcPct val="0"/>
              </a:spcBef>
              <a:spcAft>
                <a:spcPct val="0"/>
              </a:spcAft>
            </a:pPr>
            <a:r>
              <a:rPr lang="da-DK" sz="1500" dirty="0">
                <a:solidFill>
                  <a:srgbClr val="000000"/>
                </a:solidFill>
                <a:highlight>
                  <a:srgbClr val="00FF00"/>
                </a:highlight>
                <a:latin typeface="Arial" charset="0"/>
              </a:rPr>
              <a:t>NAT</a:t>
            </a:r>
          </a:p>
        </p:txBody>
      </p:sp>
      <p:sp>
        <p:nvSpPr>
          <p:cNvPr id="10" name="TextBox 9">
            <a:extLst>
              <a:ext uri="{FF2B5EF4-FFF2-40B4-BE49-F238E27FC236}">
                <a16:creationId xmlns:a16="http://schemas.microsoft.com/office/drawing/2014/main" id="{B8D2DAD4-B42D-44E2-85D7-5E6557048CF3}"/>
              </a:ext>
            </a:extLst>
          </p:cNvPr>
          <p:cNvSpPr txBox="1"/>
          <p:nvPr/>
        </p:nvSpPr>
        <p:spPr>
          <a:xfrm>
            <a:off x="5685324" y="1533620"/>
            <a:ext cx="555088" cy="300082"/>
          </a:xfrm>
          <a:prstGeom prst="rect">
            <a:avLst/>
          </a:prstGeom>
          <a:noFill/>
        </p:spPr>
        <p:txBody>
          <a:bodyPr wrap="none" rtlCol="0">
            <a:spAutoFit/>
          </a:bodyPr>
          <a:lstStyle/>
          <a:p>
            <a:pPr algn="ctr" defTabSz="685800" eaLnBrk="0" fontAlgn="base" hangingPunct="0">
              <a:lnSpc>
                <a:spcPct val="90000"/>
              </a:lnSpc>
              <a:spcBef>
                <a:spcPct val="0"/>
              </a:spcBef>
              <a:spcAft>
                <a:spcPct val="0"/>
              </a:spcAft>
            </a:pPr>
            <a:r>
              <a:rPr lang="da-DK" sz="1500" dirty="0">
                <a:solidFill>
                  <a:srgbClr val="000000"/>
                </a:solidFill>
                <a:highlight>
                  <a:srgbClr val="00FF00"/>
                </a:highlight>
                <a:latin typeface="Arial" charset="0"/>
              </a:rPr>
              <a:t>NAT</a:t>
            </a:r>
          </a:p>
        </p:txBody>
      </p:sp>
      <p:sp>
        <p:nvSpPr>
          <p:cNvPr id="11" name="TextBox 10">
            <a:extLst>
              <a:ext uri="{FF2B5EF4-FFF2-40B4-BE49-F238E27FC236}">
                <a16:creationId xmlns:a16="http://schemas.microsoft.com/office/drawing/2014/main" id="{0652F880-744D-4618-9976-3108A0054B0A}"/>
              </a:ext>
            </a:extLst>
          </p:cNvPr>
          <p:cNvSpPr txBox="1"/>
          <p:nvPr/>
        </p:nvSpPr>
        <p:spPr>
          <a:xfrm>
            <a:off x="5137295" y="561087"/>
            <a:ext cx="569388" cy="300082"/>
          </a:xfrm>
          <a:prstGeom prst="rect">
            <a:avLst/>
          </a:prstGeom>
          <a:noFill/>
        </p:spPr>
        <p:txBody>
          <a:bodyPr wrap="none" rtlCol="0">
            <a:spAutoFit/>
          </a:bodyPr>
          <a:lstStyle/>
          <a:p>
            <a:pPr algn="ctr" defTabSz="685800" eaLnBrk="0" fontAlgn="base" hangingPunct="0">
              <a:lnSpc>
                <a:spcPct val="90000"/>
              </a:lnSpc>
              <a:spcBef>
                <a:spcPct val="0"/>
              </a:spcBef>
              <a:spcAft>
                <a:spcPct val="0"/>
              </a:spcAft>
            </a:pPr>
            <a:r>
              <a:rPr lang="da-DK" sz="1500" dirty="0">
                <a:solidFill>
                  <a:srgbClr val="000000"/>
                </a:solidFill>
                <a:highlight>
                  <a:srgbClr val="00FF00"/>
                </a:highlight>
                <a:latin typeface="Arial" charset="0"/>
              </a:rPr>
              <a:t>NTP</a:t>
            </a:r>
          </a:p>
        </p:txBody>
      </p:sp>
      <p:sp>
        <p:nvSpPr>
          <p:cNvPr id="12" name="TextBox 11">
            <a:extLst>
              <a:ext uri="{FF2B5EF4-FFF2-40B4-BE49-F238E27FC236}">
                <a16:creationId xmlns:a16="http://schemas.microsoft.com/office/drawing/2014/main" id="{C5EF254A-792E-4E73-9353-2B5379B5DD76}"/>
              </a:ext>
            </a:extLst>
          </p:cNvPr>
          <p:cNvSpPr txBox="1"/>
          <p:nvPr/>
        </p:nvSpPr>
        <p:spPr>
          <a:xfrm>
            <a:off x="2318277" y="1415240"/>
            <a:ext cx="559769" cy="300082"/>
          </a:xfrm>
          <a:prstGeom prst="rect">
            <a:avLst/>
          </a:prstGeom>
          <a:noFill/>
        </p:spPr>
        <p:txBody>
          <a:bodyPr wrap="none" rtlCol="0">
            <a:spAutoFit/>
          </a:bodyPr>
          <a:lstStyle/>
          <a:p>
            <a:pPr algn="ctr" defTabSz="685800" eaLnBrk="0" fontAlgn="base" hangingPunct="0">
              <a:lnSpc>
                <a:spcPct val="90000"/>
              </a:lnSpc>
              <a:spcBef>
                <a:spcPct val="0"/>
              </a:spcBef>
              <a:spcAft>
                <a:spcPct val="0"/>
              </a:spcAft>
            </a:pPr>
            <a:r>
              <a:rPr lang="da-DK" sz="1500" dirty="0">
                <a:solidFill>
                  <a:srgbClr val="000000"/>
                </a:solidFill>
                <a:highlight>
                  <a:srgbClr val="00FF00"/>
                </a:highlight>
                <a:latin typeface="Arial" charset="0"/>
              </a:rPr>
              <a:t>ACL</a:t>
            </a:r>
          </a:p>
        </p:txBody>
      </p:sp>
      <p:sp>
        <p:nvSpPr>
          <p:cNvPr id="13" name="Titel 1">
            <a:extLst>
              <a:ext uri="{FF2B5EF4-FFF2-40B4-BE49-F238E27FC236}">
                <a16:creationId xmlns:a16="http://schemas.microsoft.com/office/drawing/2014/main" id="{581149F8-E021-43ED-AE1E-4316A9FDD35B}"/>
              </a:ext>
            </a:extLst>
          </p:cNvPr>
          <p:cNvSpPr>
            <a:spLocks noGrp="1"/>
          </p:cNvSpPr>
          <p:nvPr>
            <p:ph type="title"/>
          </p:nvPr>
        </p:nvSpPr>
        <p:spPr>
          <a:xfrm>
            <a:off x="1518048" y="291704"/>
            <a:ext cx="6107906" cy="354806"/>
          </a:xfrm>
        </p:spPr>
        <p:txBody>
          <a:bodyPr/>
          <a:lstStyle/>
          <a:p>
            <a:r>
              <a:rPr lang="da-DK" dirty="0"/>
              <a:t>Hvad kan jeg efter Netværk 2?</a:t>
            </a:r>
          </a:p>
        </p:txBody>
      </p:sp>
      <p:sp>
        <p:nvSpPr>
          <p:cNvPr id="15" name="TextBox 13">
            <a:extLst>
              <a:ext uri="{FF2B5EF4-FFF2-40B4-BE49-F238E27FC236}">
                <a16:creationId xmlns:a16="http://schemas.microsoft.com/office/drawing/2014/main" id="{2BA7A419-10ED-487D-B38A-C3B99769E91F}"/>
              </a:ext>
            </a:extLst>
          </p:cNvPr>
          <p:cNvSpPr txBox="1"/>
          <p:nvPr/>
        </p:nvSpPr>
        <p:spPr>
          <a:xfrm>
            <a:off x="-49620" y="4250183"/>
            <a:ext cx="9243239" cy="507831"/>
          </a:xfrm>
          <a:prstGeom prst="rect">
            <a:avLst/>
          </a:prstGeom>
          <a:noFill/>
        </p:spPr>
        <p:txBody>
          <a:bodyPr wrap="square" rtlCol="0">
            <a:spAutoFit/>
          </a:bodyPr>
          <a:lstStyle/>
          <a:p>
            <a:pPr defTabSz="685800" eaLnBrk="0" fontAlgn="base" hangingPunct="0">
              <a:lnSpc>
                <a:spcPct val="90000"/>
              </a:lnSpc>
              <a:spcBef>
                <a:spcPct val="0"/>
              </a:spcBef>
              <a:spcAft>
                <a:spcPct val="0"/>
              </a:spcAft>
            </a:pPr>
            <a:r>
              <a:rPr lang="da-DK" sz="1500" dirty="0">
                <a:solidFill>
                  <a:srgbClr val="000000"/>
                </a:solidFill>
                <a:highlight>
                  <a:srgbClr val="00FF00"/>
                </a:highlight>
                <a:latin typeface="Arial" charset="0"/>
              </a:rPr>
              <a:t>Samt ”kendskab til” Design </a:t>
            </a:r>
            <a:r>
              <a:rPr lang="da-DK" sz="1500">
                <a:solidFill>
                  <a:srgbClr val="000000"/>
                </a:solidFill>
                <a:highlight>
                  <a:srgbClr val="00FF00"/>
                </a:highlight>
                <a:latin typeface="Arial" charset="0"/>
              </a:rPr>
              <a:t>og Management og IPv6 (som I allerede har læst); QoS (som vi lige har haft) samt Virtualisering; Automatisering; Security og TSHOOT (som I allerede har læst), </a:t>
            </a:r>
            <a:endParaRPr lang="da-DK" sz="1500" dirty="0">
              <a:solidFill>
                <a:srgbClr val="000000"/>
              </a:solidFill>
              <a:highlight>
                <a:srgbClr val="00FF00"/>
              </a:highlight>
              <a:latin typeface="Arial" charset="0"/>
            </a:endParaRPr>
          </a:p>
        </p:txBody>
      </p:sp>
    </p:spTree>
    <p:extLst>
      <p:ext uri="{BB962C8B-B14F-4D97-AF65-F5344CB8AC3E}">
        <p14:creationId xmlns:p14="http://schemas.microsoft.com/office/powerpoint/2010/main" val="248294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kstfelt 5">
            <a:extLst>
              <a:ext uri="{FF2B5EF4-FFF2-40B4-BE49-F238E27FC236}">
                <a16:creationId xmlns:a16="http://schemas.microsoft.com/office/drawing/2014/main" id="{D14F730A-8EDC-54AD-7DBB-198AE37E0383}"/>
              </a:ext>
            </a:extLst>
          </p:cNvPr>
          <p:cNvSpPr txBox="1"/>
          <p:nvPr/>
        </p:nvSpPr>
        <p:spPr>
          <a:xfrm>
            <a:off x="234244" y="263426"/>
            <a:ext cx="8412480" cy="4616648"/>
          </a:xfrm>
          <a:prstGeom prst="rect">
            <a:avLst/>
          </a:prstGeom>
          <a:noFill/>
        </p:spPr>
        <p:txBody>
          <a:bodyPr wrap="square" rtlCol="0">
            <a:spAutoFit/>
          </a:bodyPr>
          <a:lstStyle/>
          <a:p>
            <a:pPr algn="ctr"/>
            <a:r>
              <a:rPr lang="da-DK" sz="3000" b="1" dirty="0">
                <a:solidFill>
                  <a:srgbClr val="F731BE"/>
                </a:solidFill>
              </a:rPr>
              <a:t>Hvad er en tunnel?</a:t>
            </a:r>
          </a:p>
          <a:p>
            <a:pPr algn="ctr"/>
            <a:endParaRPr lang="da-DK" sz="2200" b="1" dirty="0">
              <a:solidFill>
                <a:srgbClr val="F731BE"/>
              </a:solidFill>
            </a:endParaRPr>
          </a:p>
          <a:p>
            <a:pPr algn="ctr"/>
            <a:r>
              <a:rPr lang="da-DK" sz="2200" b="1" dirty="0">
                <a:solidFill>
                  <a:srgbClr val="F731BE"/>
                </a:solidFill>
              </a:rPr>
              <a:t>Hvad er det helt ”lavpraktisk” der udgør en tunnel?</a:t>
            </a:r>
          </a:p>
          <a:p>
            <a:pPr algn="ctr"/>
            <a:r>
              <a:rPr lang="da-DK" sz="2200" b="1" dirty="0">
                <a:solidFill>
                  <a:srgbClr val="F731BE"/>
                </a:solidFill>
              </a:rPr>
              <a:t>(der kommer nok ikke en person og graver et link ned, når jeg skal bruge en tunnel </a:t>
            </a:r>
            <a:r>
              <a:rPr lang="da-DK" sz="2200" b="1" dirty="0">
                <a:solidFill>
                  <a:srgbClr val="F731BE"/>
                </a:solidFill>
                <a:sym typeface="Wingdings" panose="05000000000000000000" pitchFamily="2" charset="2"/>
              </a:rPr>
              <a:t>, så hvad ER en tunnel egentlig)</a:t>
            </a:r>
          </a:p>
          <a:p>
            <a:pPr algn="ctr"/>
            <a:endParaRPr lang="da-DK" sz="2200" b="1" dirty="0">
              <a:solidFill>
                <a:srgbClr val="F731BE"/>
              </a:solidFill>
              <a:sym typeface="Wingdings" panose="05000000000000000000" pitchFamily="2" charset="2"/>
            </a:endParaRPr>
          </a:p>
          <a:p>
            <a:pPr algn="ctr"/>
            <a:r>
              <a:rPr lang="da-DK" sz="2200" dirty="0">
                <a:sym typeface="Wingdings" panose="05000000000000000000" pitchFamily="2" charset="2"/>
              </a:rPr>
              <a:t>Du får lige 2 minutter til at sætte nogle ord sammen, for dig selv, som du ville forklare det, for en anden.</a:t>
            </a:r>
          </a:p>
          <a:p>
            <a:pPr algn="ctr"/>
            <a:endParaRPr lang="da-DK" sz="2200" dirty="0">
              <a:sym typeface="Wingdings" panose="05000000000000000000" pitchFamily="2" charset="2"/>
            </a:endParaRPr>
          </a:p>
          <a:p>
            <a:pPr algn="ctr"/>
            <a:r>
              <a:rPr lang="da-DK" sz="2200" b="1" dirty="0">
                <a:solidFill>
                  <a:srgbClr val="F731BE"/>
                </a:solidFill>
              </a:rPr>
              <a:t>Og nu vender I jer så mod naboen og forklarer det for hinanden – det tager nok også 2 minutter </a:t>
            </a:r>
            <a:r>
              <a:rPr lang="da-DK" sz="2200" b="1" dirty="0">
                <a:solidFill>
                  <a:srgbClr val="F731BE"/>
                </a:solidFill>
                <a:sym typeface="Wingdings" panose="05000000000000000000" pitchFamily="2" charset="2"/>
              </a:rPr>
              <a:t></a:t>
            </a:r>
            <a:endParaRPr lang="da-DK" sz="2200" b="1" dirty="0">
              <a:solidFill>
                <a:srgbClr val="F731BE"/>
              </a:solidFill>
            </a:endParaRPr>
          </a:p>
          <a:p>
            <a:pPr algn="ctr"/>
            <a:r>
              <a:rPr lang="da-DK" sz="2200" b="1" dirty="0">
                <a:solidFill>
                  <a:srgbClr val="F731BE"/>
                </a:solidFill>
              </a:rPr>
              <a:t> </a:t>
            </a:r>
            <a:endParaRPr lang="da-DK" sz="2200" dirty="0"/>
          </a:p>
          <a:p>
            <a:endParaRPr lang="da-DK" sz="2200" dirty="0"/>
          </a:p>
        </p:txBody>
      </p:sp>
    </p:spTree>
    <p:extLst>
      <p:ext uri="{BB962C8B-B14F-4D97-AF65-F5344CB8AC3E}">
        <p14:creationId xmlns:p14="http://schemas.microsoft.com/office/powerpoint/2010/main" val="397089169"/>
      </p:ext>
    </p:extLst>
  </p:cSld>
  <p:clrMapOvr>
    <a:masterClrMapping/>
  </p:clrMapOvr>
  <mc:AlternateContent xmlns:mc="http://schemas.openxmlformats.org/markup-compatibility/2006" xmlns:p14="http://schemas.microsoft.com/office/powerpoint/2010/main">
    <mc:Choice Requires="p14">
      <p:transition spd="slow" p14:dur="2000" advTm="32359"/>
    </mc:Choice>
    <mc:Fallback xmlns="">
      <p:transition spd="slow" advTm="3235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3813" x="7315200" y="1458913"/>
          <p14:tracePt t="3961" x="7302500" y="1458913"/>
          <p14:tracePt t="3975" x="7288213" y="1458913"/>
          <p14:tracePt t="30929" x="7327900" y="1404938"/>
          <p14:tracePt t="30936" x="7354888" y="1392238"/>
          <p14:tracePt t="30945" x="7381875" y="1338263"/>
          <p14:tracePt t="30949" x="7421563" y="1298575"/>
          <p14:tracePt t="30956" x="7461250" y="1206500"/>
          <p14:tracePt t="30963" x="7500938" y="1152525"/>
          <p14:tracePt t="30970" x="7567613" y="1060450"/>
          <p14:tracePt t="30977" x="7593013" y="1008063"/>
          <p14:tracePt t="30984" x="7646988" y="928688"/>
          <p14:tracePt t="30992" x="7726363" y="822325"/>
          <p14:tracePt t="31001" x="7766050" y="755650"/>
          <p14:tracePt t="31006" x="7832725" y="663575"/>
          <p14:tracePt t="31015" x="7858125" y="596900"/>
          <p14:tracePt t="31021" x="7937500" y="438150"/>
          <p14:tracePt t="31030" x="7951788" y="357188"/>
          <p14:tracePt t="31036" x="7977188" y="252413"/>
          <p14:tracePt t="31046" x="8004175" y="146050"/>
          <p14:tracePt t="31052" x="8016875" y="66675"/>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el 1">
            <a:extLst>
              <a:ext uri="{FF2B5EF4-FFF2-40B4-BE49-F238E27FC236}">
                <a16:creationId xmlns:a16="http://schemas.microsoft.com/office/drawing/2014/main" id="{52198283-5348-4D0B-B791-9F4670E569AA}"/>
              </a:ext>
            </a:extLst>
          </p:cNvPr>
          <p:cNvSpPr>
            <a:spLocks noGrp="1"/>
          </p:cNvSpPr>
          <p:nvPr>
            <p:ph type="title"/>
          </p:nvPr>
        </p:nvSpPr>
        <p:spPr>
          <a:xfrm>
            <a:off x="-472258" y="-40958"/>
            <a:ext cx="6169572" cy="370405"/>
          </a:xfrm>
        </p:spPr>
        <p:txBody>
          <a:bodyPr/>
          <a:lstStyle/>
          <a:p>
            <a:r>
              <a:rPr lang="da-DK" altLang="da-DK" sz="3200"/>
              <a:t>Virtual Private Network (VPN)</a:t>
            </a:r>
          </a:p>
        </p:txBody>
      </p:sp>
      <p:sp>
        <p:nvSpPr>
          <p:cNvPr id="3" name="Pladsholder til indhold 2">
            <a:extLst>
              <a:ext uri="{FF2B5EF4-FFF2-40B4-BE49-F238E27FC236}">
                <a16:creationId xmlns:a16="http://schemas.microsoft.com/office/drawing/2014/main" id="{1E7178FD-0C5F-4651-AD61-BA2F0708DC43}"/>
              </a:ext>
            </a:extLst>
          </p:cNvPr>
          <p:cNvSpPr>
            <a:spLocks noGrp="1"/>
          </p:cNvSpPr>
          <p:nvPr>
            <p:ph idx="1"/>
          </p:nvPr>
        </p:nvSpPr>
        <p:spPr>
          <a:xfrm>
            <a:off x="254577" y="978802"/>
            <a:ext cx="3693969" cy="3702380"/>
          </a:xfrm>
        </p:spPr>
        <p:txBody>
          <a:bodyPr/>
          <a:lstStyle/>
          <a:p>
            <a:pPr marL="0" indent="0">
              <a:buNone/>
              <a:defRPr/>
            </a:pPr>
            <a:r>
              <a:rPr lang="en-US" sz="2400"/>
              <a:t>Site-to-site VPN</a:t>
            </a:r>
          </a:p>
          <a:p>
            <a:pPr>
              <a:buFont typeface="Courier New" panose="02070309020205020404" pitchFamily="49" charset="0"/>
              <a:buChar char="o"/>
              <a:defRPr/>
            </a:pPr>
            <a:r>
              <a:rPr lang="en-US" sz="2000" i="1"/>
              <a:t>Enhederne bag VPN routerne/gateways, aner intet om en VPN forbindelse</a:t>
            </a:r>
          </a:p>
          <a:p>
            <a:pPr marL="0" indent="0">
              <a:buNone/>
              <a:defRPr/>
            </a:pPr>
            <a:endParaRPr lang="en-US" sz="2400"/>
          </a:p>
          <a:p>
            <a:pPr marL="0" indent="0">
              <a:buNone/>
              <a:defRPr/>
            </a:pPr>
            <a:endParaRPr lang="en-US" sz="2400"/>
          </a:p>
          <a:p>
            <a:pPr marL="0" indent="0">
              <a:buNone/>
              <a:defRPr/>
            </a:pPr>
            <a:r>
              <a:rPr lang="en-US" sz="2400"/>
              <a:t>Remote-access VPN</a:t>
            </a:r>
          </a:p>
          <a:p>
            <a:pPr>
              <a:buFont typeface="Courier New" panose="02070309020205020404" pitchFamily="49" charset="0"/>
              <a:buChar char="o"/>
              <a:defRPr/>
            </a:pPr>
            <a:r>
              <a:rPr lang="en-US" sz="2000" i="1"/>
              <a:t>Brugerne har VPN client, eller bruger en browser.</a:t>
            </a:r>
            <a:endParaRPr lang="en-US" sz="2000" i="1" dirty="0"/>
          </a:p>
        </p:txBody>
      </p:sp>
      <p:pic>
        <p:nvPicPr>
          <p:cNvPr id="2" name="Picture 3">
            <a:extLst>
              <a:ext uri="{FF2B5EF4-FFF2-40B4-BE49-F238E27FC236}">
                <a16:creationId xmlns:a16="http://schemas.microsoft.com/office/drawing/2014/main" id="{A4F02F45-6C1E-CD93-42EF-D67C764D3620}"/>
              </a:ext>
            </a:extLst>
          </p:cNvPr>
          <p:cNvPicPr>
            <a:picLocks noChangeAspect="1"/>
          </p:cNvPicPr>
          <p:nvPr/>
        </p:nvPicPr>
        <p:blipFill>
          <a:blip r:embed="rId3"/>
          <a:stretch>
            <a:fillRect/>
          </a:stretch>
        </p:blipFill>
        <p:spPr>
          <a:xfrm>
            <a:off x="5697314" y="184584"/>
            <a:ext cx="3370537" cy="2321458"/>
          </a:xfrm>
          <a:prstGeom prst="rect">
            <a:avLst/>
          </a:prstGeom>
        </p:spPr>
      </p:pic>
      <p:pic>
        <p:nvPicPr>
          <p:cNvPr id="4" name="Picture 3">
            <a:extLst>
              <a:ext uri="{FF2B5EF4-FFF2-40B4-BE49-F238E27FC236}">
                <a16:creationId xmlns:a16="http://schemas.microsoft.com/office/drawing/2014/main" id="{2439D6E9-2C83-E3C3-A20A-831BADFA7196}"/>
              </a:ext>
            </a:extLst>
          </p:cNvPr>
          <p:cNvPicPr>
            <a:picLocks noChangeAspect="1"/>
          </p:cNvPicPr>
          <p:nvPr/>
        </p:nvPicPr>
        <p:blipFill>
          <a:blip r:embed="rId4"/>
          <a:stretch>
            <a:fillRect/>
          </a:stretch>
        </p:blipFill>
        <p:spPr>
          <a:xfrm>
            <a:off x="5697314" y="2921876"/>
            <a:ext cx="3473308" cy="2176203"/>
          </a:xfrm>
          <a:prstGeom prst="rect">
            <a:avLst/>
          </a:prstGeom>
        </p:spPr>
      </p:pic>
    </p:spTree>
    <p:extLst>
      <p:ext uri="{BB962C8B-B14F-4D97-AF65-F5344CB8AC3E}">
        <p14:creationId xmlns:p14="http://schemas.microsoft.com/office/powerpoint/2010/main" val="2962747235"/>
      </p:ext>
    </p:extLst>
  </p:cSld>
  <p:clrMapOvr>
    <a:masterClrMapping/>
  </p:clrMapOvr>
  <p:transition advTm="11506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el 1">
            <a:extLst>
              <a:ext uri="{FF2B5EF4-FFF2-40B4-BE49-F238E27FC236}">
                <a16:creationId xmlns:a16="http://schemas.microsoft.com/office/drawing/2014/main" id="{52198283-5348-4D0B-B791-9F4670E569AA}"/>
              </a:ext>
            </a:extLst>
          </p:cNvPr>
          <p:cNvSpPr>
            <a:spLocks noGrp="1"/>
          </p:cNvSpPr>
          <p:nvPr>
            <p:ph type="title"/>
          </p:nvPr>
        </p:nvSpPr>
        <p:spPr>
          <a:xfrm>
            <a:off x="-859290" y="-64511"/>
            <a:ext cx="9342154" cy="628650"/>
          </a:xfrm>
        </p:spPr>
        <p:txBody>
          <a:bodyPr/>
          <a:lstStyle/>
          <a:p>
            <a:r>
              <a:rPr lang="da-DK" altLang="da-DK" sz="3200" dirty="0"/>
              <a:t>Enterprise and Service Provider </a:t>
            </a:r>
            <a:r>
              <a:rPr lang="da-DK" altLang="da-DK" sz="3200" dirty="0" err="1"/>
              <a:t>VPNs</a:t>
            </a:r>
            <a:endParaRPr lang="da-DK" altLang="da-DK" sz="3200" dirty="0"/>
          </a:p>
        </p:txBody>
      </p:sp>
      <p:sp>
        <p:nvSpPr>
          <p:cNvPr id="2" name="Rectangle 1">
            <a:extLst>
              <a:ext uri="{FF2B5EF4-FFF2-40B4-BE49-F238E27FC236}">
                <a16:creationId xmlns:a16="http://schemas.microsoft.com/office/drawing/2014/main" id="{EE8EB86A-9B6E-B183-0E6B-912BC820E674}"/>
              </a:ext>
            </a:extLst>
          </p:cNvPr>
          <p:cNvSpPr/>
          <p:nvPr/>
        </p:nvSpPr>
        <p:spPr>
          <a:xfrm>
            <a:off x="0" y="529053"/>
            <a:ext cx="9060873" cy="1600438"/>
          </a:xfrm>
          <a:prstGeom prst="rect">
            <a:avLst/>
          </a:prstGeom>
        </p:spPr>
        <p:txBody>
          <a:bodyPr wrap="square">
            <a:spAutoFit/>
          </a:bodyPr>
          <a:lstStyle/>
          <a:p>
            <a:pPr>
              <a:buFont typeface="Arial" panose="020B0604020202020204" pitchFamily="34" charset="0"/>
              <a:buChar char="•"/>
            </a:pPr>
            <a:r>
              <a:rPr lang="en-US" sz="1600" b="1" i="0" dirty="0">
                <a:solidFill>
                  <a:srgbClr val="58585B"/>
                </a:solidFill>
                <a:effectLst/>
              </a:rPr>
              <a:t>Enterprise VPNs</a:t>
            </a:r>
            <a:r>
              <a:rPr lang="en-US" sz="1600" b="0" i="0" dirty="0">
                <a:solidFill>
                  <a:srgbClr val="58585B"/>
                </a:solidFill>
                <a:effectLst/>
              </a:rPr>
              <a:t>  Site-to-site and remote access VPNs are </a:t>
            </a:r>
            <a:r>
              <a:rPr lang="en-US" sz="1600" b="0" i="0" dirty="0">
                <a:solidFill>
                  <a:srgbClr val="58585B"/>
                </a:solidFill>
                <a:effectLst/>
                <a:highlight>
                  <a:srgbClr val="FFFF00"/>
                </a:highlight>
              </a:rPr>
              <a:t>created and managed by the enterprise </a:t>
            </a:r>
            <a:r>
              <a:rPr lang="en-US" sz="1600" b="0" i="0" dirty="0">
                <a:solidFill>
                  <a:srgbClr val="58585B"/>
                </a:solidFill>
                <a:effectLst/>
              </a:rPr>
              <a:t>using both IPsec and </a:t>
            </a:r>
            <a:r>
              <a:rPr lang="en-US" sz="1600" b="0" i="0">
                <a:solidFill>
                  <a:srgbClr val="58585B"/>
                </a:solidFill>
                <a:effectLst/>
              </a:rPr>
              <a:t>SSL VPNs (</a:t>
            </a:r>
            <a:r>
              <a:rPr lang="da-DK" sz="1600"/>
              <a:t>krypteret webbrowserforbindelse).</a:t>
            </a:r>
            <a:endParaRPr lang="en-US" sz="1600" i="0" dirty="0">
              <a:solidFill>
                <a:srgbClr val="58585B"/>
              </a:solidFill>
              <a:effectLst/>
            </a:endParaRPr>
          </a:p>
          <a:p>
            <a:pPr algn="l">
              <a:buFont typeface="Arial" panose="020B0604020202020204" pitchFamily="34" charset="0"/>
              <a:buChar char="•"/>
            </a:pPr>
            <a:endParaRPr lang="en-US" sz="1600" b="0" i="0" dirty="0">
              <a:solidFill>
                <a:srgbClr val="58585B"/>
              </a:solidFill>
              <a:effectLst/>
            </a:endParaRPr>
          </a:p>
          <a:p>
            <a:pPr algn="l">
              <a:buFont typeface="Arial" panose="020B0604020202020204" pitchFamily="34" charset="0"/>
              <a:buChar char="•"/>
            </a:pPr>
            <a:r>
              <a:rPr lang="en-US" sz="1600" b="1" i="0" dirty="0">
                <a:solidFill>
                  <a:srgbClr val="58585B"/>
                </a:solidFill>
                <a:effectLst/>
              </a:rPr>
              <a:t>Service Provider VPNs</a:t>
            </a:r>
            <a:r>
              <a:rPr lang="en-US" sz="1600" b="0" i="0" dirty="0">
                <a:solidFill>
                  <a:srgbClr val="58585B"/>
                </a:solidFill>
                <a:effectLst/>
              </a:rPr>
              <a:t> - Service provider-managed VPNs are </a:t>
            </a:r>
            <a:r>
              <a:rPr lang="en-US" sz="1600" b="0" i="0" dirty="0">
                <a:solidFill>
                  <a:srgbClr val="58585B"/>
                </a:solidFill>
                <a:effectLst/>
                <a:highlight>
                  <a:srgbClr val="FFFF00"/>
                </a:highlight>
              </a:rPr>
              <a:t>created and managed over the provider network.</a:t>
            </a:r>
            <a:r>
              <a:rPr lang="en-US" sz="1600" b="0" i="0" dirty="0">
                <a:solidFill>
                  <a:srgbClr val="58585B"/>
                </a:solidFill>
                <a:effectLst/>
              </a:rPr>
              <a:t> The provider uses Multiprotocol Label Switching (MPLS) at Layer 2 or Layer 3 to create secure channels between an enterprise’s sites. </a:t>
            </a:r>
            <a:endParaRPr lang="en-US" sz="1600" dirty="0"/>
          </a:p>
        </p:txBody>
      </p:sp>
      <p:sp>
        <p:nvSpPr>
          <p:cNvPr id="5" name="Pladsholder til indhold 4">
            <a:extLst>
              <a:ext uri="{FF2B5EF4-FFF2-40B4-BE49-F238E27FC236}">
                <a16:creationId xmlns:a16="http://schemas.microsoft.com/office/drawing/2014/main" id="{7393A2F9-6972-4033-5825-239D9465ABEF}"/>
              </a:ext>
            </a:extLst>
          </p:cNvPr>
          <p:cNvSpPr>
            <a:spLocks noGrp="1"/>
          </p:cNvSpPr>
          <p:nvPr>
            <p:ph idx="1"/>
          </p:nvPr>
        </p:nvSpPr>
        <p:spPr/>
        <p:txBody>
          <a:bodyPr/>
          <a:lstStyle/>
          <a:p>
            <a:pPr marL="0" indent="0">
              <a:buNone/>
            </a:pPr>
            <a:endParaRPr lang="da-DK" dirty="0"/>
          </a:p>
        </p:txBody>
      </p:sp>
      <p:pic>
        <p:nvPicPr>
          <p:cNvPr id="4" name="Billede 3">
            <a:extLst>
              <a:ext uri="{FF2B5EF4-FFF2-40B4-BE49-F238E27FC236}">
                <a16:creationId xmlns:a16="http://schemas.microsoft.com/office/drawing/2014/main" id="{B499FC4D-1327-1020-5259-02B96C6E7A05}"/>
              </a:ext>
            </a:extLst>
          </p:cNvPr>
          <p:cNvPicPr>
            <a:picLocks noChangeAspect="1"/>
          </p:cNvPicPr>
          <p:nvPr/>
        </p:nvPicPr>
        <p:blipFill>
          <a:blip r:embed="rId3"/>
          <a:stretch>
            <a:fillRect/>
          </a:stretch>
        </p:blipFill>
        <p:spPr>
          <a:xfrm>
            <a:off x="3436884" y="1933427"/>
            <a:ext cx="5623990" cy="3210073"/>
          </a:xfrm>
          <a:prstGeom prst="rect">
            <a:avLst/>
          </a:prstGeom>
        </p:spPr>
      </p:pic>
      <p:sp>
        <p:nvSpPr>
          <p:cNvPr id="3" name="Tekstfelt 2">
            <a:extLst>
              <a:ext uri="{FF2B5EF4-FFF2-40B4-BE49-F238E27FC236}">
                <a16:creationId xmlns:a16="http://schemas.microsoft.com/office/drawing/2014/main" id="{F0B11878-34E3-455E-9177-09AAF6D6958F}"/>
              </a:ext>
            </a:extLst>
          </p:cNvPr>
          <p:cNvSpPr txBox="1"/>
          <p:nvPr/>
        </p:nvSpPr>
        <p:spPr>
          <a:xfrm>
            <a:off x="296562" y="2882442"/>
            <a:ext cx="2520779" cy="1477328"/>
          </a:xfrm>
          <a:prstGeom prst="rect">
            <a:avLst/>
          </a:prstGeom>
          <a:noFill/>
        </p:spPr>
        <p:txBody>
          <a:bodyPr wrap="square" rtlCol="0">
            <a:spAutoFit/>
          </a:bodyPr>
          <a:lstStyle/>
          <a:p>
            <a:r>
              <a:rPr lang="da-DK" i="1" dirty="0"/>
              <a:t>Vi kommer ikke nærmere ind på MPLS – men måske nogle af jer ved at I bruger det i jeres virksomhed?</a:t>
            </a:r>
          </a:p>
        </p:txBody>
      </p:sp>
    </p:spTree>
    <p:extLst>
      <p:ext uri="{BB962C8B-B14F-4D97-AF65-F5344CB8AC3E}">
        <p14:creationId xmlns:p14="http://schemas.microsoft.com/office/powerpoint/2010/main" val="2542096460"/>
      </p:ext>
    </p:extLst>
  </p:cSld>
  <p:clrMapOvr>
    <a:masterClrMapping/>
  </p:clrMapOvr>
  <p:transition advTm="26293"/>
  <p:extLst>
    <p:ext uri="{3A86A75C-4F4B-4683-9AE1-C65F6400EC91}">
      <p14:laserTraceLst xmlns:p14="http://schemas.microsoft.com/office/powerpoint/2010/main">
        <p14:tracePtLst>
          <p14:tracePt t="831" x="9077325" y="1073150"/>
          <p14:tracePt t="842" x="8985250" y="1100138"/>
          <p14:tracePt t="848" x="8918575" y="1127125"/>
          <p14:tracePt t="857" x="8747125" y="1152525"/>
          <p14:tracePt t="864" x="8601075" y="1179513"/>
          <p14:tracePt t="870" x="8442325" y="1219200"/>
          <p14:tracePt t="878" x="8269288" y="1233488"/>
          <p14:tracePt t="884" x="8137525" y="1258888"/>
          <p14:tracePt t="892" x="8031163" y="1285875"/>
          <p14:tracePt t="898" x="7805738" y="1338263"/>
          <p14:tracePt t="906" x="7620000" y="1352550"/>
          <p14:tracePt t="913" x="7461250" y="1377950"/>
          <p14:tracePt t="920" x="7367588" y="1392238"/>
          <p14:tracePt t="928" x="7223125" y="1444625"/>
          <p14:tracePt t="933" x="7050088" y="1484313"/>
          <p14:tracePt t="943" x="6811963" y="1550988"/>
          <p14:tracePt t="948" x="6586538" y="1630363"/>
          <p14:tracePt t="955" x="6453188" y="1724025"/>
          <p14:tracePt t="963" x="6254750" y="1816100"/>
          <p14:tracePt t="979" x="5632450" y="2014538"/>
          <p14:tracePt t="984" x="5394325" y="2147888"/>
          <p14:tracePt t="992" x="5313363" y="2173288"/>
          <p14:tracePt t="998" x="5168900" y="2227263"/>
          <p14:tracePt t="1005" x="5062538" y="2254250"/>
          <p14:tracePt t="1016" x="5008563" y="2306638"/>
          <p14:tracePt t="1282" x="4876800" y="2333625"/>
          <p14:tracePt t="1290" x="4797425" y="2346325"/>
          <p14:tracePt t="1298" x="4703763" y="2346325"/>
          <p14:tracePt t="1305" x="4572000" y="2346325"/>
          <p14:tracePt t="1312" x="4440238" y="2346325"/>
          <p14:tracePt t="1319" x="4319588" y="2333625"/>
          <p14:tracePt t="1326" x="4187825" y="2319338"/>
          <p14:tracePt t="1333" x="4121150" y="2319338"/>
          <p14:tracePt t="1342" x="4068763" y="2319338"/>
          <p14:tracePt t="1347" x="3989388" y="2306638"/>
          <p14:tracePt t="1356" x="3883025" y="2293938"/>
          <p14:tracePt t="1362" x="3736975" y="2279650"/>
          <p14:tracePt t="1369" x="3605213" y="2279650"/>
          <p14:tracePt t="1376" x="3459163" y="2266950"/>
          <p14:tracePt t="1383" x="3313113" y="2254250"/>
          <p14:tracePt t="1392" x="3233738" y="2254250"/>
          <p14:tracePt t="1397" x="3167063" y="2254250"/>
          <p14:tracePt t="1406" x="3060700" y="2254250"/>
          <p14:tracePt t="1411" x="2955925" y="2254250"/>
          <p14:tracePt t="1419" x="2889250" y="2254250"/>
          <p14:tracePt t="1426" x="2822575" y="2254250"/>
          <p14:tracePt t="1433" x="2795588" y="2254250"/>
          <p14:tracePt t="1442" x="2743200" y="2266950"/>
          <p14:tracePt t="1448" x="2716213" y="2266950"/>
          <p14:tracePt t="1456" x="2690813" y="2279650"/>
          <p14:tracePt t="1462" x="2676525" y="2293938"/>
          <p14:tracePt t="1468" x="2636838" y="2306638"/>
          <p14:tracePt t="1483" x="2624138" y="2306638"/>
          <p14:tracePt t="1492" x="2624138" y="2333625"/>
          <p14:tracePt t="1498" x="2611438" y="2333625"/>
          <p14:tracePt t="1506" x="2597150" y="2373313"/>
          <p14:tracePt t="1512" x="2584450" y="2386013"/>
          <p14:tracePt t="1521" x="2570163" y="2413000"/>
          <p14:tracePt t="1534" x="2530475" y="2479675"/>
          <p14:tracePt t="1547" x="2530475" y="2505075"/>
          <p14:tracePt t="1551" x="2505075" y="2559050"/>
          <p14:tracePt t="1559" x="2490788" y="2598738"/>
          <p14:tracePt t="1563" x="2478088" y="2611438"/>
          <p14:tracePt t="1570" x="2478088" y="2651125"/>
          <p14:tracePt t="1578" x="2451100" y="2663825"/>
          <p14:tracePt t="1584" x="2451100" y="2705100"/>
          <p14:tracePt t="1596" x="2438400" y="2744788"/>
          <p14:tracePt t="1599" x="2425700" y="2770188"/>
          <p14:tracePt t="1604" x="2411413" y="2797175"/>
          <p14:tracePt t="1620" x="2411413" y="2809875"/>
          <p14:tracePt t="1648" x="2398713" y="2809875"/>
          <p14:tracePt t="1654" x="2398713" y="2824163"/>
          <p14:tracePt t="1684" x="2398713" y="2836863"/>
          <p14:tracePt t="1829" x="2425700" y="2836863"/>
          <p14:tracePt t="1850" x="2451100" y="2836863"/>
          <p14:tracePt t="1863" x="2465388" y="2836863"/>
          <p14:tracePt t="1870" x="2478088" y="2836863"/>
          <p14:tracePt t="1884" x="2505075" y="2836863"/>
          <p14:tracePt t="1890" x="2544763" y="2836863"/>
          <p14:tracePt t="1898" x="2597150" y="2889250"/>
          <p14:tracePt t="1905" x="2676525" y="2903538"/>
          <p14:tracePt t="1911" x="2770188" y="2928938"/>
          <p14:tracePt t="1918" x="2862263" y="2943225"/>
          <p14:tracePt t="1926" x="2968625" y="2970213"/>
          <p14:tracePt t="1932" x="3074988" y="3022600"/>
          <p14:tracePt t="1941" x="3154363" y="3074988"/>
          <p14:tracePt t="1948" x="3233738" y="3114675"/>
          <p14:tracePt t="1955" x="3313113" y="3194050"/>
          <p14:tracePt t="1962" x="3444875" y="3260725"/>
          <p14:tracePt t="1976" x="3670300" y="3367088"/>
          <p14:tracePt t="1983" x="3803650" y="3406775"/>
          <p14:tracePt t="1991" x="3883025" y="3459163"/>
          <p14:tracePt t="1997" x="3962400" y="3486150"/>
          <p14:tracePt t="2004" x="3975100" y="3500438"/>
          <p14:tracePt t="2011" x="4029075" y="3500438"/>
          <p14:tracePt t="2019" x="4108450" y="3525838"/>
          <p14:tracePt t="2026" x="4240213" y="3540125"/>
          <p14:tracePt t="2033" x="4373563" y="3552825"/>
          <p14:tracePt t="2041" x="4519613" y="3592513"/>
          <p14:tracePt t="2047" x="4678363" y="3592513"/>
          <p14:tracePt t="2056" x="4784725" y="3605213"/>
          <p14:tracePt t="2061" x="4876800" y="3605213"/>
          <p14:tracePt t="2068" x="4943475" y="3619500"/>
          <p14:tracePt t="2075" x="5049838" y="3632200"/>
          <p14:tracePt t="2083" x="5089525" y="3632200"/>
          <p14:tracePt t="2091" x="5102225" y="3632200"/>
          <p14:tracePt t="2098" x="5129213" y="3632200"/>
          <p14:tracePt t="2105" x="5141913" y="3632200"/>
          <p14:tracePt t="2147" x="5168900" y="3579813"/>
          <p14:tracePt t="2154" x="5181600" y="3552825"/>
          <p14:tracePt t="2161" x="5181600" y="3513138"/>
          <p14:tracePt t="2168" x="5181600" y="3433763"/>
          <p14:tracePt t="2175" x="5181600" y="3406775"/>
          <p14:tracePt t="2182" x="5154613" y="3327400"/>
          <p14:tracePt t="2191" x="5141913" y="3287713"/>
          <p14:tracePt t="2198" x="5129213" y="3248025"/>
          <p14:tracePt t="2204" x="5102225" y="3208338"/>
          <p14:tracePt t="2211" x="5089525" y="3181350"/>
          <p14:tracePt t="2219" x="5075238" y="3114675"/>
          <p14:tracePt t="2232" x="5075238" y="3101975"/>
          <p14:tracePt t="2240" x="5049838" y="3089275"/>
          <p14:tracePt t="2255" x="5049838" y="3074988"/>
          <p14:tracePt t="2260" x="5035550" y="3062288"/>
          <p14:tracePt t="2268" x="5022850" y="3049588"/>
          <p14:tracePt t="2276" x="5008563" y="3049588"/>
          <p14:tracePt t="2282" x="4995863" y="3022600"/>
          <p14:tracePt t="2292" x="4968875" y="3022600"/>
          <p14:tracePt t="2297" x="4956175" y="3009900"/>
          <p14:tracePt t="2305" x="4943475" y="2995613"/>
          <p14:tracePt t="2311" x="4929188" y="2995613"/>
          <p14:tracePt t="2319" x="4903788" y="2995613"/>
          <p14:tracePt t="2325" x="4889500" y="2995613"/>
          <p14:tracePt t="2333" x="4876800" y="2970213"/>
          <p14:tracePt t="2341" x="4849813" y="2970213"/>
          <p14:tracePt t="2347" x="4837113" y="2970213"/>
          <p14:tracePt t="2354" x="4824413" y="2970213"/>
          <p14:tracePt t="2361" x="4797425" y="2970213"/>
          <p14:tracePt t="2376" x="4784725" y="2970213"/>
          <p14:tracePt t="2390" x="4770438" y="2970213"/>
          <p14:tracePt t="2419" x="4757738" y="2970213"/>
          <p14:tracePt t="2455" x="4730750" y="2970213"/>
          <p14:tracePt t="2461" x="4718050" y="2970213"/>
          <p14:tracePt t="2468" x="4691063" y="2970213"/>
          <p14:tracePt t="2476" x="4678363" y="2955925"/>
          <p14:tracePt t="2482" x="4664075" y="2955925"/>
          <p14:tracePt t="2490" x="4624388" y="2955925"/>
          <p14:tracePt t="2497" x="4611688" y="2955925"/>
          <p14:tracePt t="2512" x="4598988" y="2955925"/>
          <p14:tracePt t="2518" x="4584700" y="2955925"/>
          <p14:tracePt t="2533" x="4572000" y="2955925"/>
          <p14:tracePt t="2539" x="4559300" y="2955925"/>
          <p14:tracePt t="2547" x="4545013" y="2943225"/>
          <p14:tracePt t="2555" x="4532313" y="2943225"/>
          <p14:tracePt t="2561" x="4519613" y="2943225"/>
          <p14:tracePt t="2568" x="4505325" y="2943225"/>
          <p14:tracePt t="2576" x="4452938" y="2943225"/>
          <p14:tracePt t="2583" x="4440238" y="2943225"/>
          <p14:tracePt t="2589" x="4386263" y="2943225"/>
          <p14:tracePt t="2597" x="4319588" y="2943225"/>
          <p14:tracePt t="2605" x="4214813" y="2943225"/>
          <p14:tracePt t="2611" x="4148138" y="2928938"/>
          <p14:tracePt t="2618" x="4108450" y="2928938"/>
          <p14:tracePt t="2625" x="4041775" y="2928938"/>
          <p14:tracePt t="2633" x="3962400" y="2928938"/>
          <p14:tracePt t="2639" x="3949700" y="2928938"/>
          <p14:tracePt t="2647" x="3895725" y="2928938"/>
          <p14:tracePt t="2654" x="3883025" y="2928938"/>
          <p14:tracePt t="2661" x="3856038" y="2928938"/>
          <p14:tracePt t="2668" x="3843338" y="2928938"/>
          <p14:tracePt t="2675" x="3830638" y="2928938"/>
          <p14:tracePt t="2681" x="3816350" y="2928938"/>
          <p14:tracePt t="2689" x="3803650" y="2928938"/>
          <p14:tracePt t="2699" x="3789363" y="2928938"/>
          <p14:tracePt t="2706" x="3763963" y="2943225"/>
          <p14:tracePt t="2714" x="3724275" y="2955925"/>
          <p14:tracePt t="2719" x="3709988" y="2955925"/>
          <p14:tracePt t="2730" x="3697288" y="2970213"/>
          <p14:tracePt t="2735" x="3684588" y="2970213"/>
          <p14:tracePt t="2748" x="3670300" y="2982913"/>
          <p14:tracePt t="2771" x="3657600" y="2982913"/>
          <p14:tracePt t="2799" x="3644900" y="2982913"/>
          <p14:tracePt t="2871" x="3630613" y="2982913"/>
          <p14:tracePt t="2927" x="3617913" y="2982913"/>
          <p14:tracePt t="2949" x="3590925" y="2982913"/>
          <p14:tracePt t="2961" x="3498850" y="2982913"/>
          <p14:tracePt t="2972" x="3484563" y="2982913"/>
          <p14:tracePt t="2977" x="3444875" y="2982913"/>
          <p14:tracePt t="2983" x="3419475" y="2982913"/>
          <p14:tracePt t="2992" x="3392488" y="2982913"/>
          <p14:tracePt t="2999" x="3379788" y="2982913"/>
          <p14:tracePt t="3008" x="3340100" y="2982913"/>
          <p14:tracePt t="3026" x="3313113" y="2982913"/>
          <p14:tracePt t="3042" x="3300413" y="2982913"/>
          <p14:tracePt t="3049" x="3273425" y="2982913"/>
          <p14:tracePt t="3062" x="3260725" y="2995613"/>
          <p14:tracePt t="3071" x="3233738" y="2995613"/>
          <p14:tracePt t="3078" x="3221038" y="2995613"/>
          <p14:tracePt t="3086" x="3206750" y="2995613"/>
          <p14:tracePt t="3093" x="3167063" y="2995613"/>
          <p14:tracePt t="3098" x="3154363" y="2995613"/>
          <p14:tracePt t="3108" x="3114675" y="2995613"/>
          <p14:tracePt t="3113" x="3087688" y="2995613"/>
          <p14:tracePt t="3127" x="3060700" y="2995613"/>
          <p14:tracePt t="3140" x="3048000" y="2995613"/>
          <p14:tracePt t="3177" x="3035300" y="2995613"/>
          <p14:tracePt t="3277" x="3035300" y="3009900"/>
          <p14:tracePt t="3392" x="3008313" y="3009900"/>
          <p14:tracePt t="3420" x="2995613" y="3022600"/>
          <p14:tracePt t="3429" x="2981325" y="3022600"/>
          <p14:tracePt t="3448" x="2968625" y="3022600"/>
          <p14:tracePt t="3477" x="2955925" y="3022600"/>
          <p14:tracePt t="3492" x="2941638" y="3022600"/>
          <p14:tracePt t="11322" x="3048000" y="2982913"/>
          <p14:tracePt t="11329" x="3194050" y="2889250"/>
          <p14:tracePt t="11337" x="3325813" y="2836863"/>
          <p14:tracePt t="11344" x="3419475" y="2784475"/>
          <p14:tracePt t="11352" x="3605213" y="2638425"/>
          <p14:tracePt t="11359" x="3949700" y="2438400"/>
          <p14:tracePt t="11366" x="4227513" y="2306638"/>
          <p14:tracePt t="11373" x="4440238" y="2173288"/>
          <p14:tracePt t="11382" x="4584700" y="2093913"/>
          <p14:tracePt t="11388" x="4757738" y="2001838"/>
          <p14:tracePt t="11395" x="4983163" y="1908175"/>
          <p14:tracePt t="11402" x="5194300" y="1855788"/>
          <p14:tracePt t="11409" x="5340350" y="1828800"/>
          <p14:tracePt t="11416" x="5459413" y="1803400"/>
          <p14:tracePt t="11423" x="5605463" y="1803400"/>
          <p14:tracePt t="11432" x="5843588" y="1789113"/>
          <p14:tracePt t="11437" x="6056313" y="1803400"/>
          <p14:tracePt t="11445" x="6215063" y="1816100"/>
          <p14:tracePt t="11451" x="6321425" y="1843088"/>
          <p14:tracePt t="11458" x="6413500" y="1843088"/>
          <p14:tracePt t="11465" x="6519863" y="1882775"/>
          <p14:tracePt t="11473" x="6613525" y="1908175"/>
          <p14:tracePt t="11481" x="6757988" y="1935163"/>
          <p14:tracePt t="11487" x="6851650" y="1935163"/>
          <p14:tracePt t="11495" x="6891338" y="1949450"/>
          <p14:tracePt t="11501" x="6970713" y="1989138"/>
          <p14:tracePt t="11508" x="6983413" y="2001838"/>
          <p14:tracePt t="11515" x="7010400" y="2014538"/>
          <p14:tracePt t="11523" x="7077075" y="2054225"/>
          <p14:tracePt t="11530" x="7077075" y="2068513"/>
          <p14:tracePt t="11538" x="7129463" y="2108200"/>
          <p14:tracePt t="11546" x="7129463" y="2120900"/>
          <p14:tracePt t="11552" x="7183438" y="2160588"/>
          <p14:tracePt t="11558" x="7196138" y="2200275"/>
          <p14:tracePt t="11566" x="7196138" y="2214563"/>
          <p14:tracePt t="11573" x="7235825" y="2239963"/>
          <p14:tracePt t="11580" x="7248525" y="2239963"/>
          <p14:tracePt t="11587" x="7288213" y="2279650"/>
          <p14:tracePt t="11595" x="7315200" y="2293938"/>
          <p14:tracePt t="11601" x="7367588" y="2319338"/>
          <p14:tracePt t="11609" x="7446963" y="2333625"/>
          <p14:tracePt t="11617" x="7488238" y="2346325"/>
          <p14:tracePt t="11621" x="7553325" y="2346325"/>
          <p14:tracePt t="11631" x="7593013" y="2346325"/>
          <p14:tracePt t="11637" x="7620000" y="2346325"/>
          <p14:tracePt t="11646" x="7659688" y="2346325"/>
          <p14:tracePt t="11652" x="7672388" y="2346325"/>
          <p14:tracePt t="11658" x="7712075" y="2346325"/>
          <p14:tracePt t="11665" x="7766050" y="2359025"/>
          <p14:tracePt t="11673" x="7778750" y="2359025"/>
          <p14:tracePt t="11680" x="7832725" y="2398713"/>
          <p14:tracePt t="11687" x="7912100" y="2425700"/>
          <p14:tracePt t="11696" x="7937500" y="2452688"/>
          <p14:tracePt t="11702" x="7991475" y="2479675"/>
          <p14:tracePt t="11708" x="8043863" y="2544763"/>
          <p14:tracePt t="11716" x="8097838" y="2584450"/>
          <p14:tracePt t="11723" x="8150225" y="2624138"/>
          <p14:tracePt t="11737" x="8177213" y="2678113"/>
          <p14:tracePt t="11751" x="8189913" y="2678113"/>
          <p14:tracePt t="11765" x="8189913" y="2690813"/>
          <p14:tracePt t="11809" x="8202613" y="2690813"/>
          <p14:tracePt t="11837" x="8202613" y="2651125"/>
          <p14:tracePt t="11845" x="8189913" y="2624138"/>
          <p14:tracePt t="11851" x="8162925" y="2598738"/>
          <p14:tracePt t="11859" x="8137525" y="2571750"/>
          <p14:tracePt t="11865" x="8083550" y="2492375"/>
          <p14:tracePt t="11872" x="8056563" y="2452688"/>
          <p14:tracePt t="11881" x="7951788" y="2386013"/>
          <p14:tracePt t="11887" x="7912100" y="2346325"/>
          <p14:tracePt t="11896" x="7832725" y="2319338"/>
          <p14:tracePt t="11902" x="7778750" y="2279650"/>
          <p14:tracePt t="11908" x="7712075" y="2254250"/>
          <p14:tracePt t="11915" x="7659688" y="2227263"/>
          <p14:tracePt t="11922" x="7553325" y="2227263"/>
          <p14:tracePt t="11930" x="7446963" y="2227263"/>
          <p14:tracePt t="11937" x="7354888" y="2254250"/>
          <p14:tracePt t="11944" x="7288213" y="2306638"/>
          <p14:tracePt t="11951" x="7183438" y="2359025"/>
          <p14:tracePt t="11958" x="7156450" y="2373313"/>
          <p14:tracePt t="11965" x="7102475" y="2425700"/>
          <p14:tracePt t="11973" x="7062788" y="2465388"/>
          <p14:tracePt t="11979" x="7037388" y="2492375"/>
          <p14:tracePt t="11987" x="6997700" y="2559050"/>
          <p14:tracePt t="11995" x="6958013" y="2651125"/>
          <p14:tracePt t="12001" x="6943725" y="2797175"/>
          <p14:tracePt t="12008" x="6931025" y="2824163"/>
          <p14:tracePt t="12015" x="6931025" y="2955925"/>
          <p14:tracePt t="12022" x="6943725" y="3035300"/>
          <p14:tracePt t="12029" x="6958013" y="3089275"/>
          <p14:tracePt t="12041" x="6970713" y="3168650"/>
          <p14:tracePt t="12048" x="7010400" y="3194050"/>
          <p14:tracePt t="12055" x="7077075" y="3327400"/>
          <p14:tracePt t="12061" x="7142163" y="3379788"/>
          <p14:tracePt t="12068" x="7235825" y="3473450"/>
          <p14:tracePt t="12075" x="7342188" y="3525838"/>
          <p14:tracePt t="12082" x="7446963" y="3579813"/>
          <p14:tracePt t="12089" x="7513638" y="3605213"/>
          <p14:tracePt t="12102" x="7632700" y="3619500"/>
          <p14:tracePt t="12110" x="7699375" y="3632200"/>
          <p14:tracePt t="12119" x="7751763" y="3632200"/>
          <p14:tracePt t="12125" x="7845425" y="3605213"/>
          <p14:tracePt t="12135" x="7977188" y="3540125"/>
          <p14:tracePt t="12140" x="8056563" y="3500438"/>
          <p14:tracePt t="12148" x="8150225" y="3459163"/>
          <p14:tracePt t="12155" x="8216900" y="3406775"/>
          <p14:tracePt t="12161" x="8281988" y="3367088"/>
          <p14:tracePt t="12167" x="8308975" y="3327400"/>
          <p14:tracePt t="12176" x="8375650" y="3235325"/>
          <p14:tracePt t="12181" x="8402638" y="3141663"/>
          <p14:tracePt t="12188" x="8442325" y="3062288"/>
          <p14:tracePt t="12196" x="8455025" y="2970213"/>
          <p14:tracePt t="12204" x="8455025" y="2928938"/>
          <p14:tracePt t="12211" x="8455025" y="2836863"/>
          <p14:tracePt t="12219" x="8442325" y="2836863"/>
          <p14:tracePt t="12226" x="8415338" y="2770188"/>
          <p14:tracePt t="12237" x="8415338" y="2757488"/>
          <p14:tracePt t="12241" x="8361363" y="2730500"/>
          <p14:tracePt t="12249" x="8308975" y="2705100"/>
          <p14:tracePt t="12256" x="8256588" y="2690813"/>
          <p14:tracePt t="12262" x="8177213" y="2690813"/>
          <p14:tracePt t="12269" x="8123238" y="2690813"/>
          <p14:tracePt t="12275" x="8043863" y="2705100"/>
          <p14:tracePt t="12283" x="8004175" y="2705100"/>
          <p14:tracePt t="12290" x="7951788" y="2717800"/>
          <p14:tracePt t="12296" x="7912100" y="2717800"/>
          <p14:tracePt t="12301" x="7872413" y="2730500"/>
          <p14:tracePt t="12309" x="7832725" y="2757488"/>
          <p14:tracePt t="12319" x="7766050" y="2797175"/>
          <p14:tracePt t="12324" x="7726363" y="2824163"/>
          <p14:tracePt t="12332" x="7607300" y="2916238"/>
          <p14:tracePt t="12338" x="7553325" y="3009900"/>
          <p14:tracePt t="12348" x="7488238" y="3089275"/>
          <p14:tracePt t="12353" x="7434263" y="3154363"/>
          <p14:tracePt t="12360" x="7407275" y="3181350"/>
          <p14:tracePt t="12366" x="7381875" y="3235325"/>
          <p14:tracePt t="12373" x="7354888" y="3300413"/>
          <p14:tracePt t="12381" x="7354888" y="3340100"/>
          <p14:tracePt t="12390" x="7354888" y="3367088"/>
          <p14:tracePt t="12399" x="7354888" y="3406775"/>
          <p14:tracePt t="12405" x="7354888" y="3446463"/>
          <p14:tracePt t="12412" x="7381875" y="3486150"/>
          <p14:tracePt t="12420" x="7407275" y="3513138"/>
          <p14:tracePt t="12429" x="7461250" y="3565525"/>
          <p14:tracePt t="12444" x="7672388" y="3659188"/>
          <p14:tracePt t="12448" x="7699375" y="3659188"/>
          <p14:tracePt t="12459" x="7805738" y="3684588"/>
          <p14:tracePt t="12466" x="7885113" y="3684588"/>
          <p14:tracePt t="12480" x="8070850" y="3632200"/>
          <p14:tracePt t="12490" x="8177213" y="3579813"/>
          <p14:tracePt t="12499" x="8269288" y="3552825"/>
          <p14:tracePt t="12505" x="8296275" y="3500438"/>
          <p14:tracePt t="12510" x="8335963" y="3473450"/>
          <p14:tracePt t="12515" x="8348663" y="3459163"/>
          <p14:tracePt t="12524" x="8375650" y="3433763"/>
          <p14:tracePt t="12531" x="8402638" y="3406775"/>
          <p14:tracePt t="12540" x="8428038" y="3354388"/>
          <p14:tracePt t="12549" x="8428038" y="3314700"/>
          <p14:tracePt t="12555" x="8442325" y="3260725"/>
          <p14:tracePt t="12560" x="8442325" y="3141663"/>
          <p14:tracePt t="12566" x="8442325" y="3128963"/>
          <p14:tracePt t="12573" x="8402638" y="3035300"/>
          <p14:tracePt t="12586" x="8348663" y="2982913"/>
          <p14:tracePt t="12590" x="8296275" y="2903538"/>
          <p14:tracePt t="12600" x="8216900" y="2849563"/>
          <p14:tracePt t="12604" x="8137525" y="2770188"/>
          <p14:tracePt t="12610" x="8031163" y="2744788"/>
          <p14:tracePt t="12617" x="7977188" y="2730500"/>
          <p14:tracePt t="12623" x="7924800" y="2717800"/>
          <p14:tracePt t="12631" x="7872413" y="2717800"/>
          <p14:tracePt t="12641" x="7805738" y="2744788"/>
          <p14:tracePt t="12652" x="7659688" y="2889250"/>
          <p14:tracePt t="12660" x="7580313" y="2995613"/>
          <p14:tracePt t="12667" x="7527925" y="3062288"/>
          <p14:tracePt t="12676" x="7473950" y="3168650"/>
          <p14:tracePt t="12682" x="7434263" y="3235325"/>
          <p14:tracePt t="12689" x="7407275" y="3275013"/>
          <p14:tracePt t="12699" x="7407275" y="3314700"/>
          <p14:tracePt t="12704" x="7407275" y="3379788"/>
          <p14:tracePt t="12712" x="7407275" y="3406775"/>
          <p14:tracePt t="12723" x="7407275" y="3419475"/>
          <p14:tracePt t="12730" x="7461250" y="3459163"/>
          <p14:tracePt t="12738" x="7500938" y="3486150"/>
          <p14:tracePt t="12749" x="7593013" y="3500438"/>
          <p14:tracePt t="12756" x="7620000" y="3500438"/>
          <p14:tracePt t="12767" x="7739063" y="3513138"/>
          <p14:tracePt t="12779" x="7832725" y="3500438"/>
          <p14:tracePt t="12784" x="7897813" y="3486150"/>
          <p14:tracePt t="12792" x="8004175" y="3433763"/>
          <p14:tracePt t="12800" x="8070850" y="3394075"/>
          <p14:tracePt t="12809" x="8177213" y="3327400"/>
          <p14:tracePt t="12816" x="8202613" y="3300413"/>
          <p14:tracePt t="12823" x="8229600" y="3208338"/>
          <p14:tracePt t="12831" x="8229600" y="3181350"/>
          <p14:tracePt t="12839" x="8216900" y="3049588"/>
          <p14:tracePt t="12852" x="8110538" y="2876550"/>
          <p14:tracePt t="12859" x="8043863" y="2809875"/>
          <p14:tracePt t="12865" x="7964488" y="2744788"/>
          <p14:tracePt t="12881" x="7818438" y="2717800"/>
          <p14:tracePt t="12888" x="7805738" y="2717800"/>
          <p14:tracePt t="12902" x="7726363" y="2730500"/>
          <p14:tracePt t="12914" x="7712075" y="2744788"/>
          <p14:tracePt t="12919" x="7672388" y="2770188"/>
          <p14:tracePt t="12926" x="7659688" y="2784475"/>
          <p14:tracePt t="12933" x="7632700" y="2824163"/>
          <p14:tracePt t="12939" x="7620000" y="2849563"/>
          <p14:tracePt t="12948" x="7607300" y="2876550"/>
          <p14:tracePt t="12955" x="7593013" y="2903538"/>
          <p14:tracePt t="12962" x="7593013" y="2928938"/>
          <p14:tracePt t="12969" x="7593013" y="2970213"/>
          <p14:tracePt t="12984" x="7593013" y="3035300"/>
          <p14:tracePt t="12990" x="7607300" y="3074988"/>
          <p14:tracePt t="13002" x="7620000" y="3101975"/>
          <p14:tracePt t="13009" x="7620000" y="3114675"/>
          <p14:tracePt t="13024" x="7632700" y="3114675"/>
          <p14:tracePt t="13030" x="7632700" y="3128963"/>
          <p14:tracePt t="13048" x="7646988" y="3154363"/>
          <p14:tracePt t="13053" x="7646988" y="3168650"/>
          <p14:tracePt t="13482" x="7593013" y="3141663"/>
          <p14:tracePt t="13490" x="7488238" y="3114675"/>
          <p14:tracePt t="13498" x="7381875" y="3074988"/>
          <p14:tracePt t="13506" x="7275513" y="3074988"/>
          <p14:tracePt t="13517" x="6958013" y="2982913"/>
          <p14:tracePt t="13523" x="6692900" y="2943225"/>
          <p14:tracePt t="13530" x="6388100" y="2876550"/>
          <p14:tracePt t="13539" x="6227763" y="2876550"/>
          <p14:tracePt t="13546" x="5897563" y="2863850"/>
          <p14:tracePt t="13552" x="5499100" y="2863850"/>
          <p14:tracePt t="13559" x="5208588" y="2863850"/>
          <p14:tracePt t="13566" x="4995863" y="2916238"/>
          <p14:tracePt t="13574" x="4413250" y="2943225"/>
          <p14:tracePt t="13582" x="3975100" y="2955925"/>
          <p14:tracePt t="13588" x="3776663" y="2982913"/>
          <p14:tracePt t="13598" x="3273425" y="3062288"/>
          <p14:tracePt t="13605" x="2889250" y="3101975"/>
          <p14:tracePt t="13612" x="2597150" y="3181350"/>
          <p14:tracePt t="13620" x="2185988" y="3248025"/>
          <p14:tracePt t="13625" x="1868488" y="3327400"/>
          <p14:tracePt t="13632" x="1655763" y="3367088"/>
          <p14:tracePt t="13638" x="1524000" y="3406775"/>
          <p14:tracePt t="13651" x="1219200" y="3500438"/>
          <p14:tracePt t="13659" x="1127125" y="3525838"/>
          <p14:tracePt t="13667" x="1087438" y="3525838"/>
          <p14:tracePt t="13680" x="1033463" y="3552825"/>
          <p14:tracePt t="13689" x="1033463" y="3565525"/>
          <p14:tracePt t="13710" x="1006475" y="3565525"/>
          <p14:tracePt t="13724" x="1006475" y="3579813"/>
          <p14:tracePt t="13748" x="1006475" y="3592513"/>
          <p14:tracePt t="13761" x="1006475" y="3605213"/>
          <p14:tracePt t="13779" x="1020763" y="3605213"/>
          <p14:tracePt t="13796" x="1020763" y="3619500"/>
          <p14:tracePt t="14017" x="1219200" y="3500438"/>
          <p14:tracePt t="14024" x="1816100" y="3208338"/>
          <p14:tracePt t="14032" x="2332038" y="2955925"/>
          <p14:tracePt t="14040" x="2651125" y="2770188"/>
          <p14:tracePt t="14048" x="3273425" y="2532063"/>
          <p14:tracePt t="14053" x="3803650" y="2413000"/>
          <p14:tracePt t="14059" x="4108450" y="2293938"/>
          <p14:tracePt t="14066" x="4664075" y="2200275"/>
          <p14:tracePt t="14074" x="4995863" y="2173288"/>
          <p14:tracePt t="14082" x="5141913" y="2147888"/>
          <p14:tracePt t="14090" x="5407025" y="2093913"/>
          <p14:tracePt t="14099" x="5843588" y="2054225"/>
          <p14:tracePt t="14105" x="6043613" y="2054225"/>
          <p14:tracePt t="14112" x="6175375" y="2054225"/>
          <p14:tracePt t="14119" x="6334125" y="2054225"/>
          <p14:tracePt t="14125" x="6519863" y="2068513"/>
          <p14:tracePt t="14133" x="6665913" y="2120900"/>
          <p14:tracePt t="14139" x="6824663" y="2147888"/>
          <p14:tracePt t="14148" x="6864350" y="2160588"/>
          <p14:tracePt t="14154" x="6918325" y="2173288"/>
          <p14:tracePt t="14163" x="6958013" y="2173288"/>
          <p14:tracePt t="14170" x="6983413" y="2200275"/>
          <p14:tracePt t="14177" x="6997700" y="2214563"/>
          <p14:tracePt t="14188" x="7010400" y="2214563"/>
          <p14:tracePt t="14198" x="7010400" y="2227263"/>
          <p14:tracePt t="14224" x="7023100" y="2254250"/>
          <p14:tracePt t="14232" x="7050088" y="2293938"/>
          <p14:tracePt t="14239" x="7062788" y="2346325"/>
          <p14:tracePt t="14246" x="7062788" y="2425700"/>
          <p14:tracePt t="14252" x="7062788" y="2465388"/>
          <p14:tracePt t="14259" x="7077075" y="2465388"/>
          <p14:tracePt t="14266" x="7077075" y="2492375"/>
          <p14:tracePt t="14276" x="7077075" y="2505075"/>
          <p14:tracePt t="14309" x="7077075" y="2519363"/>
          <p14:tracePt t="14329" x="7077075" y="2532063"/>
          <p14:tracePt t="14339" x="7089775" y="2532063"/>
          <p14:tracePt t="14346" x="7089775" y="2544763"/>
          <p14:tracePt t="14352" x="7116763" y="2544763"/>
          <p14:tracePt t="14360" x="7169150" y="2544763"/>
          <p14:tracePt t="14365" x="7169150" y="2559050"/>
          <p14:tracePt t="14373" x="7196138" y="2559050"/>
          <p14:tracePt t="14387" x="7196138" y="2571750"/>
          <p14:tracePt t="14397" x="7223125" y="2571750"/>
          <p14:tracePt t="14416" x="7235825" y="2571750"/>
          <p14:tracePt t="14716" x="7208838" y="2519363"/>
          <p14:tracePt t="14727" x="7129463" y="2465388"/>
          <p14:tracePt t="14731" x="7062788" y="2373313"/>
          <p14:tracePt t="14736" x="6983413" y="2333625"/>
          <p14:tracePt t="14748" x="6851650" y="2266950"/>
          <p14:tracePt t="14752" x="6705600" y="2173288"/>
          <p14:tracePt t="14764" x="6492875" y="2093913"/>
          <p14:tracePt t="14775" x="6188075" y="2041525"/>
          <p14:tracePt t="14781" x="6083300" y="2028825"/>
          <p14:tracePt t="14788" x="5949950" y="2001838"/>
          <p14:tracePt t="14796" x="5738813" y="2001838"/>
          <p14:tracePt t="14801" x="5499100" y="1974850"/>
          <p14:tracePt t="14812" x="5300663" y="1935163"/>
          <p14:tracePt t="14816" x="5181600" y="1935163"/>
          <p14:tracePt t="14822" x="4983163" y="1935163"/>
          <p14:tracePt t="14834" x="4703763" y="1908175"/>
          <p14:tracePt t="14845" x="4346575" y="1908175"/>
          <p14:tracePt t="14852" x="4227513" y="1895475"/>
          <p14:tracePt t="14859" x="4094163" y="1882775"/>
          <p14:tracePt t="14864" x="3949700" y="1882775"/>
          <p14:tracePt t="14875" x="3843338" y="1882775"/>
          <p14:tracePt t="14879" x="3749675" y="1895475"/>
          <p14:tracePt t="14890" x="3684588" y="1908175"/>
          <p14:tracePt t="14898" x="3551238" y="1949450"/>
          <p14:tracePt t="14904" x="3538538" y="1974850"/>
          <p14:tracePt t="14912" x="3444875" y="2028825"/>
          <p14:tracePt t="14919" x="3379788" y="2093913"/>
          <p14:tracePt t="14926" x="3286125" y="2160588"/>
          <p14:tracePt t="14933" x="3221038" y="2227263"/>
          <p14:tracePt t="14941" x="3100388" y="2293938"/>
          <p14:tracePt t="14947" x="3060700" y="2346325"/>
          <p14:tracePt t="14955" x="3008313" y="2425700"/>
          <p14:tracePt t="14968" x="2862263" y="2544763"/>
          <p14:tracePt t="14975" x="2835275" y="2571750"/>
          <p14:tracePt t="14982" x="2770188" y="2651125"/>
          <p14:tracePt t="14989" x="2743200" y="2678113"/>
          <p14:tracePt t="14997" x="2716213" y="2690813"/>
          <p14:tracePt t="15004" x="2663825" y="2744788"/>
          <p14:tracePt t="15012" x="2611438" y="2784475"/>
          <p14:tracePt t="15018" x="2505075" y="2849563"/>
          <p14:tracePt t="15023" x="2398713" y="2916238"/>
          <p14:tracePt t="15030" x="2319338" y="2970213"/>
          <p14:tracePt t="15039" x="2212975" y="3022600"/>
          <p14:tracePt t="15051" x="2054225" y="3089275"/>
          <p14:tracePt t="15061" x="1987550" y="3141663"/>
          <p14:tracePt t="15069" x="1974850" y="3154363"/>
          <p14:tracePt t="15076" x="1947863" y="3168650"/>
          <p14:tracePt t="15088" x="1935163" y="3181350"/>
          <p14:tracePt t="15112" x="1920875" y="3181350"/>
          <p14:tracePt t="24485" x="1920875" y="3128963"/>
          <p14:tracePt t="24492" x="1920875" y="3062288"/>
          <p14:tracePt t="24499" x="1920875" y="3022600"/>
          <p14:tracePt t="24507" x="1935163" y="2982913"/>
          <p14:tracePt t="24513" x="1947863" y="2916238"/>
          <p14:tracePt t="24520" x="1947863" y="2889250"/>
          <p14:tracePt t="24527" x="1974850" y="2770188"/>
          <p14:tracePt t="24538" x="1987550" y="2717800"/>
          <p14:tracePt t="24543" x="1987550" y="2624138"/>
          <p14:tracePt t="24549" x="2041525" y="2492375"/>
          <p14:tracePt t="24557" x="2041525" y="2386013"/>
          <p14:tracePt t="24561" x="2054225" y="2279650"/>
          <p14:tracePt t="24569" x="2093913" y="2147888"/>
          <p14:tracePt t="24576" x="2093913" y="2081213"/>
          <p14:tracePt t="24585" x="2120900" y="1949450"/>
          <p14:tracePt t="24590" x="2160588" y="1776413"/>
          <p14:tracePt t="24598" x="2200275" y="1630363"/>
          <p14:tracePt t="24604" x="2212975" y="1484313"/>
          <p14:tracePt t="24612" x="2239963" y="1377950"/>
          <p14:tracePt t="24619" x="2265363" y="1273175"/>
          <p14:tracePt t="24626" x="2332038" y="1100138"/>
          <p14:tracePt t="24636" x="2386013" y="901700"/>
          <p14:tracePt t="24640" x="2490788" y="703263"/>
          <p14:tracePt t="24648" x="2584450" y="438150"/>
          <p14:tracePt t="24655" x="2676525" y="265113"/>
          <p14:tracePt t="24663" x="2743200" y="79375"/>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Billede 11">
            <a:extLst>
              <a:ext uri="{FF2B5EF4-FFF2-40B4-BE49-F238E27FC236}">
                <a16:creationId xmlns:a16="http://schemas.microsoft.com/office/drawing/2014/main" id="{CDC50A90-D2CC-EA75-B86E-F1836CFE3EFC}"/>
              </a:ext>
            </a:extLst>
          </p:cNvPr>
          <p:cNvPicPr>
            <a:picLocks noChangeAspect="1"/>
          </p:cNvPicPr>
          <p:nvPr/>
        </p:nvPicPr>
        <p:blipFill>
          <a:blip r:embed="rId3"/>
          <a:stretch>
            <a:fillRect/>
          </a:stretch>
        </p:blipFill>
        <p:spPr>
          <a:xfrm>
            <a:off x="5379308" y="1965434"/>
            <a:ext cx="3764692" cy="3178066"/>
          </a:xfrm>
          <a:prstGeom prst="rect">
            <a:avLst/>
          </a:prstGeom>
        </p:spPr>
      </p:pic>
      <p:sp>
        <p:nvSpPr>
          <p:cNvPr id="28674" name="Titel 1">
            <a:extLst>
              <a:ext uri="{FF2B5EF4-FFF2-40B4-BE49-F238E27FC236}">
                <a16:creationId xmlns:a16="http://schemas.microsoft.com/office/drawing/2014/main" id="{52198283-5348-4D0B-B791-9F4670E569AA}"/>
              </a:ext>
            </a:extLst>
          </p:cNvPr>
          <p:cNvSpPr>
            <a:spLocks noGrp="1"/>
          </p:cNvSpPr>
          <p:nvPr>
            <p:ph type="title"/>
          </p:nvPr>
        </p:nvSpPr>
        <p:spPr>
          <a:xfrm>
            <a:off x="-1720978" y="-35356"/>
            <a:ext cx="9342154" cy="628650"/>
          </a:xfrm>
        </p:spPr>
        <p:txBody>
          <a:bodyPr/>
          <a:lstStyle/>
          <a:p>
            <a:r>
              <a:rPr lang="da-DK" altLang="da-DK" sz="3200"/>
              <a:t>Dynamic Multipoint VPNs (DMVPN)</a:t>
            </a:r>
          </a:p>
        </p:txBody>
      </p:sp>
      <p:sp>
        <p:nvSpPr>
          <p:cNvPr id="5" name="Pladsholder til indhold 4">
            <a:extLst>
              <a:ext uri="{FF2B5EF4-FFF2-40B4-BE49-F238E27FC236}">
                <a16:creationId xmlns:a16="http://schemas.microsoft.com/office/drawing/2014/main" id="{7393A2F9-6972-4033-5825-239D9465ABEF}"/>
              </a:ext>
            </a:extLst>
          </p:cNvPr>
          <p:cNvSpPr>
            <a:spLocks noGrp="1"/>
          </p:cNvSpPr>
          <p:nvPr>
            <p:ph idx="1"/>
          </p:nvPr>
        </p:nvSpPr>
        <p:spPr/>
        <p:txBody>
          <a:bodyPr/>
          <a:lstStyle/>
          <a:p>
            <a:pPr marL="0" indent="0">
              <a:buNone/>
            </a:pPr>
            <a:endParaRPr lang="da-DK" dirty="0"/>
          </a:p>
        </p:txBody>
      </p:sp>
      <p:sp>
        <p:nvSpPr>
          <p:cNvPr id="8" name="Tekstfelt 7">
            <a:extLst>
              <a:ext uri="{FF2B5EF4-FFF2-40B4-BE49-F238E27FC236}">
                <a16:creationId xmlns:a16="http://schemas.microsoft.com/office/drawing/2014/main" id="{D857F4A4-FEF7-8E01-19A6-CE449430D2D5}"/>
              </a:ext>
            </a:extLst>
          </p:cNvPr>
          <p:cNvSpPr txBox="1"/>
          <p:nvPr/>
        </p:nvSpPr>
        <p:spPr>
          <a:xfrm>
            <a:off x="0" y="641995"/>
            <a:ext cx="8965324" cy="1323439"/>
          </a:xfrm>
          <a:prstGeom prst="rect">
            <a:avLst/>
          </a:prstGeom>
          <a:noFill/>
        </p:spPr>
        <p:txBody>
          <a:bodyPr wrap="square">
            <a:spAutoFit/>
          </a:bodyPr>
          <a:lstStyle/>
          <a:p>
            <a:pPr algn="l"/>
            <a:r>
              <a:rPr lang="en-US" sz="2000" b="0" i="0">
                <a:solidFill>
                  <a:srgbClr val="58585B"/>
                </a:solidFill>
                <a:effectLst/>
              </a:rPr>
              <a:t>Site-to-site IPsec VPNs and GRE over IPsec er praktiske løsninger når der kun er nogle få sites der skal “tale sammen”, eller connectes.  Så snart der er mange sites bliver det uoverskueligt at configurere manuelle statiske konfigurationer der dækker alle connections.</a:t>
            </a:r>
          </a:p>
        </p:txBody>
      </p:sp>
      <p:sp>
        <p:nvSpPr>
          <p:cNvPr id="13" name="Tekstfelt 12">
            <a:extLst>
              <a:ext uri="{FF2B5EF4-FFF2-40B4-BE49-F238E27FC236}">
                <a16:creationId xmlns:a16="http://schemas.microsoft.com/office/drawing/2014/main" id="{85921811-F3E1-2F4F-F803-3D1039E3C187}"/>
              </a:ext>
            </a:extLst>
          </p:cNvPr>
          <p:cNvSpPr txBox="1"/>
          <p:nvPr/>
        </p:nvSpPr>
        <p:spPr>
          <a:xfrm>
            <a:off x="0" y="2184861"/>
            <a:ext cx="5560541" cy="2739211"/>
          </a:xfrm>
          <a:prstGeom prst="rect">
            <a:avLst/>
          </a:prstGeom>
          <a:noFill/>
        </p:spPr>
        <p:txBody>
          <a:bodyPr wrap="square">
            <a:spAutoFit/>
          </a:bodyPr>
          <a:lstStyle/>
          <a:p>
            <a:r>
              <a:rPr lang="en-US" sz="2000" b="0" i="0" dirty="0">
                <a:solidFill>
                  <a:srgbClr val="58585B"/>
                </a:solidFill>
                <a:effectLst/>
              </a:rPr>
              <a:t>Dynamic Multipoint VPN (DMVPN</a:t>
            </a:r>
            <a:r>
              <a:rPr lang="en-US" sz="2000" b="0" i="0">
                <a:solidFill>
                  <a:srgbClr val="58585B"/>
                </a:solidFill>
                <a:effectLst/>
              </a:rPr>
              <a:t>) er </a:t>
            </a:r>
            <a:r>
              <a:rPr lang="da-DK" sz="2000"/>
              <a:t>en avanceret VPN-teknologi udviklet af Cisco. Den gør det muligt at oprette </a:t>
            </a:r>
            <a:r>
              <a:rPr lang="da-DK" sz="2000" b="1"/>
              <a:t>sikre, dynamiske forbindelser mellem flere netværk</a:t>
            </a:r>
            <a:r>
              <a:rPr lang="da-DK" sz="2000"/>
              <a:t> (f.eks. filialkontorer), uden at hver forbindelse behøver at blive manuelt konfigureret. </a:t>
            </a:r>
          </a:p>
          <a:p>
            <a:pPr algn="l"/>
            <a:endParaRPr lang="en-US" i="1">
              <a:solidFill>
                <a:srgbClr val="58585B"/>
              </a:solidFill>
            </a:endParaRPr>
          </a:p>
          <a:p>
            <a:pPr algn="l"/>
            <a:r>
              <a:rPr lang="en-US" i="1">
                <a:solidFill>
                  <a:srgbClr val="58585B"/>
                </a:solidFill>
              </a:rPr>
              <a:t>D</a:t>
            </a:r>
            <a:r>
              <a:rPr lang="en-US" b="0" i="1">
                <a:solidFill>
                  <a:srgbClr val="58585B"/>
                </a:solidFill>
                <a:effectLst/>
              </a:rPr>
              <a:t>et </a:t>
            </a:r>
            <a:r>
              <a:rPr lang="en-US" b="0" i="1" dirty="0" err="1">
                <a:solidFill>
                  <a:srgbClr val="58585B"/>
                </a:solidFill>
                <a:effectLst/>
              </a:rPr>
              <a:t>er</a:t>
            </a:r>
            <a:r>
              <a:rPr lang="en-US" b="0" i="1" dirty="0">
                <a:solidFill>
                  <a:srgbClr val="58585B"/>
                </a:solidFill>
                <a:effectLst/>
              </a:rPr>
              <a:t> </a:t>
            </a:r>
            <a:r>
              <a:rPr lang="en-US" b="0" i="1" dirty="0" err="1">
                <a:solidFill>
                  <a:srgbClr val="58585B"/>
                </a:solidFill>
                <a:effectLst/>
              </a:rPr>
              <a:t>altså</a:t>
            </a:r>
            <a:r>
              <a:rPr lang="en-US" b="0" i="1" dirty="0">
                <a:solidFill>
                  <a:srgbClr val="58585B"/>
                </a:solidFill>
                <a:effectLst/>
              </a:rPr>
              <a:t> </a:t>
            </a:r>
            <a:r>
              <a:rPr lang="en-US" b="0" i="1" dirty="0" err="1">
                <a:solidFill>
                  <a:srgbClr val="58585B"/>
                </a:solidFill>
                <a:effectLst/>
              </a:rPr>
              <a:t>mest</a:t>
            </a:r>
            <a:r>
              <a:rPr lang="en-US" b="0" i="1" dirty="0">
                <a:solidFill>
                  <a:srgbClr val="58585B"/>
                </a:solidFill>
                <a:effectLst/>
              </a:rPr>
              <a:t> </a:t>
            </a:r>
            <a:r>
              <a:rPr lang="en-US" b="0" i="1" dirty="0" err="1">
                <a:solidFill>
                  <a:srgbClr val="58585B"/>
                </a:solidFill>
                <a:effectLst/>
              </a:rPr>
              <a:t>noget</a:t>
            </a:r>
            <a:r>
              <a:rPr lang="en-US" b="0" i="1" dirty="0">
                <a:solidFill>
                  <a:srgbClr val="58585B"/>
                </a:solidFill>
                <a:effectLst/>
              </a:rPr>
              <a:t> </a:t>
            </a:r>
            <a:r>
              <a:rPr lang="en-US" b="0" i="1" dirty="0" err="1">
                <a:solidFill>
                  <a:srgbClr val="58585B"/>
                </a:solidFill>
                <a:effectLst/>
              </a:rPr>
              <a:t>reklame</a:t>
            </a:r>
            <a:r>
              <a:rPr lang="en-US" b="0" i="1" dirty="0">
                <a:solidFill>
                  <a:srgbClr val="58585B"/>
                </a:solidFill>
                <a:effectLst/>
              </a:rPr>
              <a:t>, det her….. men </a:t>
            </a:r>
            <a:r>
              <a:rPr lang="en-US" b="0" i="1" dirty="0" err="1">
                <a:solidFill>
                  <a:srgbClr val="58585B"/>
                </a:solidFill>
                <a:effectLst/>
              </a:rPr>
              <a:t>så</a:t>
            </a:r>
            <a:r>
              <a:rPr lang="en-US" b="0" i="1" dirty="0">
                <a:solidFill>
                  <a:srgbClr val="58585B"/>
                </a:solidFill>
                <a:effectLst/>
              </a:rPr>
              <a:t> </a:t>
            </a:r>
            <a:r>
              <a:rPr lang="en-US" b="0" i="1" dirty="0" err="1">
                <a:solidFill>
                  <a:srgbClr val="58585B"/>
                </a:solidFill>
                <a:effectLst/>
              </a:rPr>
              <a:t>ved</a:t>
            </a:r>
            <a:r>
              <a:rPr lang="en-US" b="0" i="1" dirty="0">
                <a:solidFill>
                  <a:srgbClr val="58585B"/>
                </a:solidFill>
                <a:effectLst/>
              </a:rPr>
              <a:t> I det (at Cisco har </a:t>
            </a:r>
            <a:r>
              <a:rPr lang="en-US" b="0" i="1" dirty="0" err="1">
                <a:solidFill>
                  <a:srgbClr val="58585B"/>
                </a:solidFill>
                <a:effectLst/>
              </a:rPr>
              <a:t>en</a:t>
            </a:r>
            <a:r>
              <a:rPr lang="en-US" b="0" i="1" dirty="0">
                <a:solidFill>
                  <a:srgbClr val="58585B"/>
                </a:solidFill>
                <a:effectLst/>
              </a:rPr>
              <a:t> smart </a:t>
            </a:r>
            <a:r>
              <a:rPr lang="en-US" b="0" i="1" dirty="0" err="1">
                <a:solidFill>
                  <a:srgbClr val="58585B"/>
                </a:solidFill>
                <a:effectLst/>
              </a:rPr>
              <a:t>løsning</a:t>
            </a:r>
            <a:r>
              <a:rPr lang="en-US" b="0" i="1" dirty="0">
                <a:solidFill>
                  <a:srgbClr val="58585B"/>
                </a:solidFill>
                <a:effectLst/>
              </a:rPr>
              <a:t> – det har </a:t>
            </a:r>
            <a:r>
              <a:rPr lang="en-US" b="0" i="1" dirty="0" err="1">
                <a:solidFill>
                  <a:srgbClr val="58585B"/>
                </a:solidFill>
                <a:effectLst/>
              </a:rPr>
              <a:t>alle</a:t>
            </a:r>
            <a:r>
              <a:rPr lang="en-US" b="0" i="1" dirty="0">
                <a:solidFill>
                  <a:srgbClr val="58585B"/>
                </a:solidFill>
                <a:effectLst/>
              </a:rPr>
              <a:t> </a:t>
            </a:r>
            <a:r>
              <a:rPr lang="en-US" b="0" i="1" dirty="0" err="1">
                <a:solidFill>
                  <a:srgbClr val="58585B"/>
                </a:solidFill>
                <a:effectLst/>
              </a:rPr>
              <a:t>andre</a:t>
            </a:r>
            <a:r>
              <a:rPr lang="en-US" b="0" i="1" dirty="0">
                <a:solidFill>
                  <a:srgbClr val="58585B"/>
                </a:solidFill>
                <a:effectLst/>
              </a:rPr>
              <a:t> </a:t>
            </a:r>
            <a:r>
              <a:rPr lang="en-US" b="0" i="1" dirty="0" err="1">
                <a:solidFill>
                  <a:srgbClr val="58585B"/>
                </a:solidFill>
                <a:effectLst/>
              </a:rPr>
              <a:t>nok</a:t>
            </a:r>
            <a:r>
              <a:rPr lang="en-US" b="0" i="1" dirty="0">
                <a:solidFill>
                  <a:srgbClr val="58585B"/>
                </a:solidFill>
                <a:effectLst/>
              </a:rPr>
              <a:t> </a:t>
            </a:r>
            <a:r>
              <a:rPr lang="en-US" b="0" i="1" dirty="0" err="1">
                <a:solidFill>
                  <a:srgbClr val="58585B"/>
                </a:solidFill>
                <a:effectLst/>
              </a:rPr>
              <a:t>også</a:t>
            </a:r>
            <a:r>
              <a:rPr lang="en-US" b="0" i="1" dirty="0">
                <a:solidFill>
                  <a:srgbClr val="58585B"/>
                </a:solidFill>
                <a:effectLst/>
              </a:rPr>
              <a:t>!)</a:t>
            </a:r>
          </a:p>
        </p:txBody>
      </p:sp>
    </p:spTree>
    <p:extLst>
      <p:ext uri="{BB962C8B-B14F-4D97-AF65-F5344CB8AC3E}">
        <p14:creationId xmlns:p14="http://schemas.microsoft.com/office/powerpoint/2010/main" val="2768776932"/>
      </p:ext>
    </p:extLst>
  </p:cSld>
  <p:clrMapOvr>
    <a:masterClrMapping/>
  </p:clrMapOvr>
  <p:transition advTm="38094"/>
  <p:extLst>
    <p:ext uri="{3A86A75C-4F4B-4683-9AE1-C65F6400EC91}">
      <p14:laserTraceLst xmlns:p14="http://schemas.microsoft.com/office/powerpoint/2010/main">
        <p14:tracePtLst>
          <p14:tracePt t="5967" x="2371725" y="2398713"/>
          <p14:tracePt t="5975" x="2438400" y="2398713"/>
          <p14:tracePt t="5980" x="2505075" y="2398713"/>
          <p14:tracePt t="5987" x="2584450" y="2398713"/>
          <p14:tracePt t="5994" x="2611438" y="2413000"/>
          <p14:tracePt t="6001" x="2703513" y="2413000"/>
          <p14:tracePt t="6008" x="2716213" y="2413000"/>
          <p14:tracePt t="6013" x="2770188" y="2425700"/>
          <p14:tracePt t="6019" x="2795588" y="2425700"/>
          <p14:tracePt t="6027" x="2822575" y="2438400"/>
          <p14:tracePt t="6036" x="2889250" y="2452688"/>
          <p14:tracePt t="6041" x="2916238" y="2465388"/>
          <p14:tracePt t="6048" x="2968625" y="2492375"/>
          <p14:tracePt t="6055" x="3087688" y="2519363"/>
          <p14:tracePt t="6063" x="3179763" y="2532063"/>
          <p14:tracePt t="6071" x="3300413" y="2532063"/>
          <p14:tracePt t="6077" x="3444875" y="2544763"/>
          <p14:tracePt t="6085" x="3511550" y="2544763"/>
          <p14:tracePt t="6091" x="3605213" y="2544763"/>
          <p14:tracePt t="6098" x="3670300" y="2544763"/>
          <p14:tracePt t="6105" x="3749675" y="2544763"/>
          <p14:tracePt t="6112" x="3856038" y="2544763"/>
          <p14:tracePt t="6118" x="3975100" y="2532063"/>
          <p14:tracePt t="6127" x="4041775" y="2532063"/>
          <p14:tracePt t="6136" x="4148138" y="2532063"/>
          <p14:tracePt t="6141" x="4214813" y="2532063"/>
          <p14:tracePt t="6149" x="4254500" y="2532063"/>
          <p14:tracePt t="6155" x="4294188" y="2532063"/>
          <p14:tracePt t="6163" x="4346575" y="2532063"/>
          <p14:tracePt t="6171" x="4425950" y="2532063"/>
          <p14:tracePt t="6177" x="4479925" y="2532063"/>
          <p14:tracePt t="6186" x="4559300" y="2519363"/>
          <p14:tracePt t="6191" x="4611688" y="2519363"/>
          <p14:tracePt t="6199" x="4638675" y="2519363"/>
          <p14:tracePt t="6205" x="4651375" y="2519363"/>
          <p14:tracePt t="6227" x="4664075" y="2519363"/>
          <p14:tracePt t="6328" x="4611688" y="2492375"/>
          <p14:tracePt t="6343" x="4584700" y="2492375"/>
          <p14:tracePt t="6351" x="4584700" y="2479675"/>
          <p14:tracePt t="6358" x="4572000" y="2479675"/>
          <p14:tracePt t="6365" x="4559300" y="2479675"/>
          <p14:tracePt t="6373" x="4545013" y="2479675"/>
          <p14:tracePt t="6388" x="4532313" y="2479675"/>
          <p14:tracePt t="6393" x="4532313" y="2465388"/>
          <p14:tracePt t="6399" x="4519613" y="2465388"/>
          <p14:tracePt t="6405" x="4519613" y="2452688"/>
          <p14:tracePt t="6427" x="4505325" y="2452688"/>
          <p14:tracePt t="6469" x="4505325" y="2438400"/>
          <p14:tracePt t="6477" x="4492625" y="2438400"/>
          <p14:tracePt t="6599" x="4532313" y="2438400"/>
          <p14:tracePt t="6606" x="4572000" y="2438400"/>
          <p14:tracePt t="6613" x="4651375" y="2438400"/>
          <p14:tracePt t="6620" x="4730750" y="2438400"/>
          <p14:tracePt t="6627" x="4849813" y="2425700"/>
          <p14:tracePt t="6635" x="4903788" y="2425700"/>
          <p14:tracePt t="6641" x="4983163" y="2425700"/>
          <p14:tracePt t="6650" x="5062538" y="2425700"/>
          <p14:tracePt t="6656" x="5089525" y="2425700"/>
          <p14:tracePt t="6665" x="5129213" y="2465388"/>
          <p14:tracePt t="6670" x="5208588" y="2479675"/>
          <p14:tracePt t="6685" x="5287963" y="2479675"/>
          <p14:tracePt t="6691" x="5300663" y="2479675"/>
          <p14:tracePt t="6699" x="5340350" y="2492375"/>
          <p14:tracePt t="6705" x="5394325" y="2492375"/>
          <p14:tracePt t="6713" x="5419725" y="2492375"/>
          <p14:tracePt t="6719" x="5434013" y="2492375"/>
          <p14:tracePt t="6727" x="5486400" y="2492375"/>
          <p14:tracePt t="6734" x="5499100" y="2492375"/>
          <p14:tracePt t="6742" x="5526088" y="2492375"/>
          <p14:tracePt t="6748" x="5538788" y="2492375"/>
          <p14:tracePt t="6755" x="5565775" y="2492375"/>
          <p14:tracePt t="6763" x="5578475" y="2492375"/>
          <p14:tracePt t="6769" x="5592763" y="2492375"/>
          <p14:tracePt t="6791" x="5605463" y="2492375"/>
          <p14:tracePt t="6805" x="5618163" y="2492375"/>
          <p14:tracePt t="6813" x="5618163" y="2479675"/>
          <p14:tracePt t="6820" x="5645150" y="2479675"/>
          <p14:tracePt t="6835" x="5672138" y="2465388"/>
          <p14:tracePt t="6849" x="5684838" y="2465388"/>
          <p14:tracePt t="6855" x="5711825" y="2465388"/>
          <p14:tracePt t="6863" x="5724525" y="2465388"/>
          <p14:tracePt t="6869" x="5764213" y="2465388"/>
          <p14:tracePt t="6877" x="5803900" y="2465388"/>
          <p14:tracePt t="6887" x="5843588" y="2465388"/>
          <p14:tracePt t="6890" x="5883275" y="2465388"/>
          <p14:tracePt t="6905" x="5922963" y="2465388"/>
          <p14:tracePt t="6912" x="5937250" y="2452688"/>
          <p14:tracePt t="6919" x="5964238" y="2452688"/>
          <p14:tracePt t="6955" x="5976938" y="2452688"/>
          <p14:tracePt t="7306" x="5989638" y="2438400"/>
          <p14:tracePt t="7315" x="6029325" y="2438400"/>
          <p14:tracePt t="7322" x="6056313" y="2438400"/>
          <p14:tracePt t="7329" x="6108700" y="2425700"/>
          <p14:tracePt t="7338" x="6122988" y="2425700"/>
          <p14:tracePt t="7343" x="6162675" y="2413000"/>
          <p14:tracePt t="7356" x="6202363" y="2398713"/>
          <p14:tracePt t="7365" x="6215063" y="2398713"/>
          <p14:tracePt t="7372" x="6254750" y="2386013"/>
          <p14:tracePt t="7386" x="6281738" y="2373313"/>
          <p14:tracePt t="7392" x="6294438" y="2373313"/>
          <p14:tracePt t="7401" x="6308725" y="2359025"/>
          <p14:tracePt t="7409" x="6321425" y="2359025"/>
          <p14:tracePt t="7415" x="6348413" y="2359025"/>
          <p14:tracePt t="7423" x="6361113" y="2359025"/>
          <p14:tracePt t="7428" x="6388100" y="2359025"/>
          <p14:tracePt t="7437" x="6413500" y="2359025"/>
          <p14:tracePt t="7444" x="6440488" y="2359025"/>
          <p14:tracePt t="7452" x="6492875" y="2346325"/>
          <p14:tracePt t="7459" x="6507163" y="2346325"/>
          <p14:tracePt t="7465" x="6559550" y="2333625"/>
          <p14:tracePt t="7473" x="6586538" y="2333625"/>
          <p14:tracePt t="7478" x="6613525" y="2319338"/>
          <p14:tracePt t="7486" x="6653213" y="2306638"/>
          <p14:tracePt t="7493" x="6678613" y="2306638"/>
          <p14:tracePt t="7503" x="6692900" y="2306638"/>
          <p14:tracePt t="7509" x="6705600" y="2306638"/>
          <p14:tracePt t="7522" x="6718300" y="2306638"/>
          <p14:tracePt t="7528" x="6745288" y="2306638"/>
          <p14:tracePt t="7537" x="6745288" y="2293938"/>
          <p14:tracePt t="7552" x="6772275" y="2279650"/>
          <p14:tracePt t="7564" x="6772275" y="2266950"/>
          <p14:tracePt t="7572" x="6784975" y="2266950"/>
          <p14:tracePt t="7587" x="6784975" y="2254250"/>
          <p14:tracePt t="7593" x="6811963" y="2254250"/>
          <p14:tracePt t="7614" x="6824663" y="2254250"/>
          <p14:tracePt t="7634" x="6824663" y="2239963"/>
          <p14:tracePt t="7651" x="6837363" y="2239963"/>
          <p14:tracePt t="7707" x="6837363" y="2227263"/>
          <p14:tracePt t="7714" x="6851650" y="2227263"/>
          <p14:tracePt t="7750" x="6864350" y="2227263"/>
          <p14:tracePt t="7770" x="6864350" y="2214563"/>
          <p14:tracePt t="8236" x="6864350" y="2227263"/>
          <p14:tracePt t="8271" x="6864350" y="2239963"/>
          <p14:tracePt t="8279" x="6864350" y="2266950"/>
          <p14:tracePt t="8288" x="6864350" y="2279650"/>
          <p14:tracePt t="8301" x="6851650" y="2293938"/>
          <p14:tracePt t="8316" x="6851650" y="2306638"/>
          <p14:tracePt t="8334" x="6851650" y="2319338"/>
          <p14:tracePt t="8341" x="6851650" y="2333625"/>
          <p14:tracePt t="8356" x="6851650" y="2346325"/>
          <p14:tracePt t="8364" x="6851650" y="2359025"/>
          <p14:tracePt t="8369" x="6851650" y="2373313"/>
          <p14:tracePt t="8384" x="6851650" y="2386013"/>
          <p14:tracePt t="8401" x="6851650" y="2413000"/>
          <p14:tracePt t="8435" x="6851650" y="2425700"/>
          <p14:tracePt t="8492" x="6851650" y="2438400"/>
          <p14:tracePt t="9002" x="6837363" y="2438400"/>
          <p14:tracePt t="17388" x="6851650" y="2479675"/>
          <p14:tracePt t="17394" x="6851650" y="2492375"/>
          <p14:tracePt t="17424" x="6864350" y="2519363"/>
          <p14:tracePt t="17452" x="6864350" y="2532063"/>
          <p14:tracePt t="17473" x="6878638" y="2544763"/>
          <p14:tracePt t="17515" x="6878638" y="2559050"/>
          <p14:tracePt t="17538" x="6904038" y="2571750"/>
          <p14:tracePt t="17640" x="6904038" y="2584450"/>
          <p14:tracePt t="17684" x="6904038" y="2598738"/>
          <p14:tracePt t="17776" x="6904038" y="2611438"/>
          <p14:tracePt t="17832" x="6904038" y="2624138"/>
          <p14:tracePt t="18166" x="6904038" y="2651125"/>
          <p14:tracePt t="18173" x="6904038" y="2678113"/>
          <p14:tracePt t="18180" x="6904038" y="2690813"/>
          <p14:tracePt t="18187" x="6918325" y="2717800"/>
          <p14:tracePt t="18194" x="6918325" y="2744788"/>
          <p14:tracePt t="18201" x="6931025" y="2770188"/>
          <p14:tracePt t="18216" x="6931025" y="2784475"/>
          <p14:tracePt t="18224" x="6931025" y="2797175"/>
          <p14:tracePt t="18239" x="6931025" y="2809875"/>
          <p14:tracePt t="18244" x="6931025" y="2836863"/>
          <p14:tracePt t="18266" x="6943725" y="2849563"/>
          <p14:tracePt t="18281" x="6958013" y="2863850"/>
          <p14:tracePt t="18290" x="6958013" y="2903538"/>
          <p14:tracePt t="18309" x="6958013" y="2916238"/>
          <p14:tracePt t="18316" x="6970713" y="2943225"/>
          <p14:tracePt t="18323" x="6983413" y="2970213"/>
          <p14:tracePt t="18330" x="6983413" y="2995613"/>
          <p14:tracePt t="18338" x="7010400" y="3035300"/>
          <p14:tracePt t="18344" x="7010400" y="3114675"/>
          <p14:tracePt t="18358" x="7023100" y="3141663"/>
          <p14:tracePt t="18366" x="7023100" y="3154363"/>
          <p14:tracePt t="18372" x="7037388" y="3194050"/>
          <p14:tracePt t="18381" x="7050088" y="3235325"/>
          <p14:tracePt t="18387" x="7050088" y="3260725"/>
          <p14:tracePt t="18394" x="7062788" y="3300413"/>
          <p14:tracePt t="18401" x="7062788" y="3327400"/>
          <p14:tracePt t="18409" x="7089775" y="3354388"/>
          <p14:tracePt t="18415" x="7102475" y="3406775"/>
          <p14:tracePt t="18423" x="7116763" y="3433763"/>
          <p14:tracePt t="18429" x="7142163" y="3473450"/>
          <p14:tracePt t="18438" x="7156450" y="3525838"/>
          <p14:tracePt t="18444" x="7169150" y="3552825"/>
          <p14:tracePt t="18452" x="7183438" y="3565525"/>
          <p14:tracePt t="18458" x="7208838" y="3605213"/>
          <p14:tracePt t="18466" x="7223125" y="3605213"/>
          <p14:tracePt t="18475" x="7223125" y="3619500"/>
          <p14:tracePt t="18480" x="7223125" y="3632200"/>
          <p14:tracePt t="18494" x="7235825" y="3632200"/>
          <p14:tracePt t="18501" x="7235825" y="3644900"/>
          <p14:tracePt t="18516" x="7235825" y="3659188"/>
          <p14:tracePt t="18653" x="7223125" y="3644900"/>
          <p14:tracePt t="18662" x="7169150" y="3605213"/>
          <p14:tracePt t="18670" x="7169150" y="3592513"/>
          <p14:tracePt t="18675" x="7129463" y="3552825"/>
          <p14:tracePt t="18681" x="7102475" y="3513138"/>
          <p14:tracePt t="18689" x="7077075" y="3500438"/>
          <p14:tracePt t="18695" x="7050088" y="3446463"/>
          <p14:tracePt t="18703" x="7037388" y="3419475"/>
          <p14:tracePt t="18709" x="7010400" y="3367088"/>
          <p14:tracePt t="18716" x="6943725" y="3287713"/>
          <p14:tracePt t="18725" x="6931025" y="3275013"/>
          <p14:tracePt t="18730" x="6904038" y="3181350"/>
          <p14:tracePt t="18739" x="6878638" y="3141663"/>
          <p14:tracePt t="18745" x="6851650" y="3062288"/>
          <p14:tracePt t="18752" x="6837363" y="3009900"/>
          <p14:tracePt t="18761" x="6824663" y="2970213"/>
          <p14:tracePt t="18766" x="6797675" y="2943225"/>
          <p14:tracePt t="18774" x="6757988" y="2903538"/>
          <p14:tracePt t="18780" x="6757988" y="2876550"/>
          <p14:tracePt t="18790" x="6745288" y="2849563"/>
          <p14:tracePt t="18794" x="6732588" y="2809875"/>
          <p14:tracePt t="18801" x="6732588" y="2797175"/>
          <p14:tracePt t="18808" x="6718300" y="2784475"/>
          <p14:tracePt t="18823" x="6705600" y="2757488"/>
          <p14:tracePt t="18830" x="6692900" y="2757488"/>
          <p14:tracePt t="18844" x="6692900" y="2730500"/>
          <p14:tracePt t="18851" x="6665913" y="2705100"/>
          <p14:tracePt t="18866" x="6653213" y="2690813"/>
          <p14:tracePt t="18880" x="6653213" y="2678113"/>
          <p14:tracePt t="18888" x="6626225" y="2663825"/>
          <p14:tracePt t="18894" x="6626225" y="2638425"/>
          <p14:tracePt t="18902" x="6546850" y="2598738"/>
          <p14:tracePt t="18909" x="6532563" y="2584450"/>
          <p14:tracePt t="18917" x="6507163" y="2559050"/>
          <p14:tracePt t="18926" x="6467475" y="2544763"/>
          <p14:tracePt t="18932" x="6440488" y="2519363"/>
          <p14:tracePt t="18946" x="6413500" y="2492375"/>
          <p14:tracePt t="18954" x="6400800" y="2492375"/>
          <p14:tracePt t="18995" x="6373813" y="2505075"/>
          <p14:tracePt t="19009" x="6361113" y="2544763"/>
          <p14:tracePt t="19033" x="6361113" y="2571750"/>
          <p14:tracePt t="19041" x="6361113" y="2584450"/>
          <p14:tracePt t="19059" x="6348413" y="2624138"/>
          <p14:tracePt t="19062" x="6348413" y="2651125"/>
          <p14:tracePt t="19072" x="6348413" y="2663825"/>
          <p14:tracePt t="19077" x="6348413" y="2678113"/>
          <p14:tracePt t="19088" x="6334125" y="2730500"/>
          <p14:tracePt t="19097" x="6321425" y="2744788"/>
          <p14:tracePt t="19104" x="6321425" y="2757488"/>
          <p14:tracePt t="19113" x="6321425" y="2784475"/>
          <p14:tracePt t="19131" x="6308725" y="2797175"/>
          <p14:tracePt t="19141" x="6294438" y="2809875"/>
          <p14:tracePt t="19146" x="6294438" y="2824163"/>
          <p14:tracePt t="19168" x="6281738" y="2824163"/>
          <p14:tracePt t="19176" x="6281738" y="2836863"/>
          <p14:tracePt t="19181" x="6254750" y="2876550"/>
          <p14:tracePt t="19195" x="6254750" y="2889250"/>
          <p14:tracePt t="19203" x="6227763" y="2943225"/>
          <p14:tracePt t="19208" x="6215063" y="2955925"/>
          <p14:tracePt t="19217" x="6202363" y="2970213"/>
          <p14:tracePt t="19225" x="6175375" y="3022600"/>
          <p14:tracePt t="19233" x="6162675" y="3035300"/>
          <p14:tracePt t="19240" x="6148388" y="3062288"/>
          <p14:tracePt t="19247" x="6135688" y="3114675"/>
          <p14:tracePt t="19254" x="6096000" y="3141663"/>
          <p14:tracePt t="19261" x="6096000" y="3168650"/>
          <p14:tracePt t="19268" x="6069013" y="3221038"/>
          <p14:tracePt t="19277" x="6043613" y="3260725"/>
          <p14:tracePt t="19283" x="6029325" y="3275013"/>
          <p14:tracePt t="19295" x="6016625" y="3314700"/>
          <p14:tracePt t="19298" x="5989638" y="3354388"/>
          <p14:tracePt t="19310" x="5922963" y="3459163"/>
          <p14:tracePt t="19316" x="5922963" y="3486150"/>
          <p14:tracePt t="19324" x="5897563" y="3565525"/>
          <p14:tracePt t="19332" x="5883275" y="3592513"/>
          <p14:tracePt t="19340" x="5857875" y="3644900"/>
          <p14:tracePt t="19346" x="5843588" y="3711575"/>
          <p14:tracePt t="19354" x="5830888" y="3751263"/>
          <p14:tracePt t="19361" x="5818188" y="3844925"/>
          <p14:tracePt t="19370" x="5803900" y="3870325"/>
          <p14:tracePt t="19376" x="5791200" y="3937000"/>
          <p14:tracePt t="19384" x="5764213" y="3963988"/>
          <p14:tracePt t="19392" x="5764213" y="3976688"/>
          <p14:tracePt t="19398" x="5764213" y="4003675"/>
          <p14:tracePt t="19404" x="5764213" y="4016375"/>
          <p14:tracePt t="19418" x="5751513" y="4016375"/>
          <p14:tracePt t="19426" x="5751513" y="4043363"/>
          <p14:tracePt t="19581" x="5791200" y="4003675"/>
          <p14:tracePt t="19589" x="5830888" y="3949700"/>
          <p14:tracePt t="19597" x="5910263" y="3884613"/>
          <p14:tracePt t="19605" x="6003925" y="3790950"/>
          <p14:tracePt t="19612" x="6135688" y="3698875"/>
          <p14:tracePt t="19617" x="6254750" y="3632200"/>
          <p14:tracePt t="19624" x="6361113" y="3525838"/>
          <p14:tracePt t="19631" x="6427788" y="3500438"/>
          <p14:tracePt t="19640" x="6507163" y="3446463"/>
          <p14:tracePt t="19647" x="6546850" y="3406775"/>
          <p14:tracePt t="19654" x="6638925" y="3354388"/>
          <p14:tracePt t="19661" x="6705600" y="3314700"/>
          <p14:tracePt t="19671" x="6811963" y="3260725"/>
          <p14:tracePt t="19677" x="6943725" y="3194050"/>
          <p14:tracePt t="19696" x="7248525" y="3035300"/>
          <p14:tracePt t="19702" x="7315200" y="2982913"/>
          <p14:tracePt t="19709" x="7354888" y="2955925"/>
          <p14:tracePt t="19721" x="7461250" y="2889250"/>
          <p14:tracePt t="19726" x="7527925" y="2836863"/>
          <p14:tracePt t="19733" x="7607300" y="2784475"/>
          <p14:tracePt t="19745" x="7712075" y="2744788"/>
          <p14:tracePt t="19755" x="7751763" y="2717800"/>
          <p14:tracePt t="19767" x="7778750" y="2705100"/>
          <p14:tracePt t="19775" x="7793038" y="2705100"/>
          <p14:tracePt t="19831" x="7805738" y="2705100"/>
          <p14:tracePt t="20305" x="7832725" y="2705100"/>
          <p14:tracePt t="20311" x="7872413" y="2705100"/>
          <p14:tracePt t="20318" x="7924800" y="2705100"/>
          <p14:tracePt t="20323" x="7937500" y="2705100"/>
          <p14:tracePt t="20331" x="7977188" y="2705100"/>
          <p14:tracePt t="20337" x="8004175" y="2705100"/>
          <p14:tracePt t="20343" x="8031163" y="2705100"/>
          <p14:tracePt t="20351" x="8043863" y="2705100"/>
          <p14:tracePt t="20357" x="8056563" y="2717800"/>
          <p14:tracePt t="20364" x="8070850" y="2717800"/>
          <p14:tracePt t="20379" x="8083550" y="2717800"/>
          <p14:tracePt t="20394" x="8097838" y="2717800"/>
          <p14:tracePt t="20452" x="8110538" y="2717800"/>
          <p14:tracePt t="20739" x="8070850" y="2717800"/>
          <p14:tracePt t="20746" x="8031163" y="2717800"/>
          <p14:tracePt t="20754" x="7964488" y="2717800"/>
          <p14:tracePt t="20760" x="7845425" y="2717800"/>
          <p14:tracePt t="20764" x="7778750" y="2690813"/>
          <p14:tracePt t="20772" x="7712075" y="2690813"/>
          <p14:tracePt t="20779" x="7607300" y="2705100"/>
          <p14:tracePt t="20787" x="7461250" y="2690813"/>
          <p14:tracePt t="20794" x="7262813" y="2663825"/>
          <p14:tracePt t="20801" x="7077075" y="2624138"/>
          <p14:tracePt t="20807" x="6931025" y="2598738"/>
          <p14:tracePt t="20814" x="6824663" y="2598738"/>
          <p14:tracePt t="20822" x="6732588" y="2571750"/>
          <p14:tracePt t="20829" x="6613525" y="2505075"/>
          <p14:tracePt t="20837" x="6532563" y="2465388"/>
          <p14:tracePt t="20843" x="6413500" y="2438400"/>
          <p14:tracePt t="20851" x="6400800" y="2438400"/>
          <p14:tracePt t="20857" x="6388100" y="2425700"/>
          <p14:tracePt t="20864" x="6361113" y="2425700"/>
          <p14:tracePt t="20915" x="6388100" y="2425700"/>
          <p14:tracePt t="20922" x="6440488" y="2438400"/>
          <p14:tracePt t="20929" x="6507163" y="2465388"/>
          <p14:tracePt t="20936" x="6586538" y="2559050"/>
          <p14:tracePt t="20944" x="6653213" y="2584450"/>
          <p14:tracePt t="20951" x="6732588" y="2705100"/>
          <p14:tracePt t="20959" x="6797675" y="2797175"/>
          <p14:tracePt t="20965" x="6970713" y="3062288"/>
          <p14:tracePt t="20973" x="7023100" y="3221038"/>
          <p14:tracePt t="20979" x="7156450" y="3419475"/>
          <p14:tracePt t="20987" x="7196138" y="3552825"/>
          <p14:tracePt t="20992" x="7288213" y="3698875"/>
          <p14:tracePt t="21001" x="7327900" y="3817938"/>
          <p14:tracePt t="21007" x="7407275" y="3976688"/>
          <p14:tracePt t="21015" x="7434263" y="4135438"/>
          <p14:tracePt t="21022" x="7473950" y="4229100"/>
          <p14:tracePt t="21030" x="7488238" y="4335463"/>
          <p14:tracePt t="21037" x="7500938" y="4375150"/>
          <p14:tracePt t="21043" x="7500938" y="4387850"/>
          <p14:tracePt t="21052" x="7513638" y="4414838"/>
          <p14:tracePt t="21057" x="7513638" y="4427538"/>
          <p14:tracePt t="21094" x="7513638" y="4440238"/>
          <p14:tracePt t="21180" x="7500938" y="4414838"/>
          <p14:tracePt t="21185" x="7473950" y="4360863"/>
          <p14:tracePt t="21675" x="7461250" y="4335463"/>
          <p14:tracePt t="21688" x="7461250" y="4308475"/>
          <p14:tracePt t="21694" x="7446963" y="4268788"/>
          <p14:tracePt t="21703" x="7446963" y="4256088"/>
          <p14:tracePt t="21707" x="7434263" y="4214813"/>
          <p14:tracePt t="21719" x="7434263" y="4189413"/>
          <p14:tracePt t="21724" x="7434263" y="4135438"/>
          <p14:tracePt t="21729" x="7434263" y="4110038"/>
          <p14:tracePt t="21736" x="7434263" y="4095750"/>
          <p14:tracePt t="21743" x="7434263" y="4043363"/>
          <p14:tracePt t="21752" x="7434263" y="4003675"/>
          <p14:tracePt t="21757" x="7434263" y="3990975"/>
          <p14:tracePt t="21764" x="7421563" y="3910013"/>
          <p14:tracePt t="21772" x="7421563" y="3857625"/>
          <p14:tracePt t="21779" x="7407275" y="3817938"/>
          <p14:tracePt t="21787" x="7407275" y="3790950"/>
          <p14:tracePt t="21793" x="7394575" y="3698875"/>
          <p14:tracePt t="21807" x="7394575" y="3605213"/>
          <p14:tracePt t="21815" x="7381875" y="3579813"/>
          <p14:tracePt t="21822" x="7381875" y="3552825"/>
          <p14:tracePt t="21829" x="7367588" y="3500438"/>
          <p14:tracePt t="21836" x="7367588" y="3459163"/>
          <p14:tracePt t="21843" x="7354888" y="3419475"/>
          <p14:tracePt t="21850" x="7342188" y="3327400"/>
          <p14:tracePt t="21865" x="7315200" y="3248025"/>
          <p14:tracePt t="21872" x="7315200" y="3235325"/>
          <p14:tracePt t="21879" x="7315200" y="3208338"/>
          <p14:tracePt t="21886" x="7315200" y="3154363"/>
          <p14:tracePt t="21893" x="7315200" y="3141663"/>
          <p14:tracePt t="21902" x="7302500" y="3128963"/>
          <p14:tracePt t="21936" x="7302500" y="3114675"/>
          <p14:tracePt t="22924" x="7302500" y="3128963"/>
          <p14:tracePt t="22994" x="7302500" y="3141663"/>
          <p14:tracePt t="23066" x="7302500" y="3154363"/>
          <p14:tracePt t="23079" x="7302500" y="3168650"/>
          <p14:tracePt t="23107" x="7302500" y="3181350"/>
          <p14:tracePt t="23114" x="7302500" y="3194050"/>
          <p14:tracePt t="23123" x="7302500" y="3208338"/>
          <p14:tracePt t="23135" x="7302500" y="3235325"/>
          <p14:tracePt t="23143" x="7302500" y="3248025"/>
          <p14:tracePt t="23151" x="7302500" y="3260725"/>
          <p14:tracePt t="23156" x="7302500" y="3275013"/>
          <p14:tracePt t="23171" x="7315200" y="3300413"/>
          <p14:tracePt t="23185" x="7315200" y="3314700"/>
          <p14:tracePt t="23194" x="7315200" y="3327400"/>
          <p14:tracePt t="23200" x="7315200" y="3340100"/>
          <p14:tracePt t="23214" x="7315200" y="3354388"/>
          <p14:tracePt t="23564" x="7288213" y="3354388"/>
          <p14:tracePt t="23572" x="7262813" y="3354388"/>
          <p14:tracePt t="23579" x="7248525" y="3354388"/>
          <p14:tracePt t="23586" x="7196138" y="3340100"/>
          <p14:tracePt t="23594" x="7169150" y="3340100"/>
          <p14:tracePt t="23602" x="7129463" y="3340100"/>
          <p14:tracePt t="23607" x="7089775" y="3340100"/>
          <p14:tracePt t="23615" x="7050088" y="3340100"/>
          <p14:tracePt t="23622" x="6983413" y="3340100"/>
          <p14:tracePt t="23629" x="6943725" y="3354388"/>
          <p14:tracePt t="23636" x="6878638" y="3379788"/>
          <p14:tracePt t="23643" x="6824663" y="3394075"/>
          <p14:tracePt t="23652" x="6745288" y="3433763"/>
          <p14:tracePt t="23657" x="6665913" y="3486150"/>
          <p14:tracePt t="23665" x="6626225" y="3513138"/>
          <p14:tracePt t="23685" x="6467475" y="3659188"/>
          <p14:tracePt t="23693" x="6348413" y="3698875"/>
          <p14:tracePt t="23702" x="6281738" y="3765550"/>
          <p14:tracePt t="23707" x="6242050" y="3805238"/>
          <p14:tracePt t="23714" x="6188075" y="3830638"/>
          <p14:tracePt t="23722" x="6148388" y="3884613"/>
          <p14:tracePt t="23728" x="6122988" y="3910013"/>
          <p14:tracePt t="23736" x="6122988" y="3924300"/>
          <p14:tracePt t="23743" x="6096000" y="3949700"/>
          <p14:tracePt t="23752" x="6083300" y="3990975"/>
          <p14:tracePt t="23757" x="6069013" y="3990975"/>
          <p14:tracePt t="23765" x="6069013" y="4030663"/>
          <p14:tracePt t="23771" x="6069013" y="4070350"/>
          <p14:tracePt t="23779" x="6069013" y="4083050"/>
          <p14:tracePt t="23786" x="6096000" y="4149725"/>
          <p14:tracePt t="23793" x="6108700" y="4189413"/>
          <p14:tracePt t="23802" x="6122988" y="4229100"/>
          <p14:tracePt t="23807" x="6148388" y="4241800"/>
          <p14:tracePt t="23815" x="6281738" y="4335463"/>
          <p14:tracePt t="23823" x="6361113" y="4375150"/>
          <p14:tracePt t="23829" x="6413500" y="4387850"/>
          <p14:tracePt t="23836" x="6507163" y="4427538"/>
          <p14:tracePt t="23843" x="6613525" y="4427538"/>
          <p14:tracePt t="23853" x="6797675" y="4427538"/>
          <p14:tracePt t="23857" x="7050088" y="4387850"/>
          <p14:tracePt t="23867" x="7208838" y="4375150"/>
          <p14:tracePt t="23872" x="7327900" y="4348163"/>
          <p14:tracePt t="23879" x="7434263" y="4308475"/>
          <p14:tracePt t="23886" x="7593013" y="4241800"/>
          <p14:tracePt t="23893" x="7712075" y="4162425"/>
          <p14:tracePt t="23900" x="7805738" y="4110038"/>
          <p14:tracePt t="23907" x="7885113" y="4083050"/>
          <p14:tracePt t="23916" x="7924800" y="4030663"/>
          <p14:tracePt t="23922" x="7951788" y="3990975"/>
          <p14:tracePt t="23934" x="7977188" y="3963988"/>
          <p14:tracePt t="23942" x="7977188" y="3949700"/>
          <p14:tracePt t="23951" x="8004175" y="3937000"/>
          <p14:tracePt t="23956" x="8016875" y="3897313"/>
          <p14:tracePt t="23965" x="8031163" y="3857625"/>
          <p14:tracePt t="23970" x="8043863" y="3830638"/>
          <p14:tracePt t="23978" x="8056563" y="3790950"/>
          <p14:tracePt t="23984" x="8056563" y="3738563"/>
          <p14:tracePt t="23992" x="8056563" y="3711575"/>
          <p14:tracePt t="24000" x="8056563" y="3592513"/>
          <p14:tracePt t="24008" x="8056563" y="3565525"/>
          <p14:tracePt t="24014" x="8056563" y="3473450"/>
          <p14:tracePt t="24021" x="8043863" y="3367088"/>
          <p14:tracePt t="24028" x="8031163" y="3300413"/>
          <p14:tracePt t="24035" x="7991475" y="3208338"/>
          <p14:tracePt t="24042" x="7937500" y="3141663"/>
          <p14:tracePt t="24050" x="7885113" y="3089275"/>
          <p14:tracePt t="24057" x="7766050" y="2982913"/>
          <p14:tracePt t="24065" x="7659688" y="2889250"/>
          <p14:tracePt t="24071" x="7540625" y="2809875"/>
          <p14:tracePt t="24078" x="7500938" y="2784475"/>
          <p14:tracePt t="24084" x="7394575" y="2717800"/>
          <p14:tracePt t="24093" x="7354888" y="2678113"/>
          <p14:tracePt t="24101" x="7208838" y="2638425"/>
          <p14:tracePt t="24106" x="7062788" y="2611438"/>
          <p14:tracePt t="24115" x="6918325" y="2611438"/>
          <p14:tracePt t="24121" x="6797675" y="2638425"/>
          <p14:tracePt t="24128" x="6705600" y="2651125"/>
          <p14:tracePt t="24135" x="6626225" y="2705100"/>
          <p14:tracePt t="24143" x="6573838" y="2730500"/>
          <p14:tracePt t="24150" x="6519863" y="2784475"/>
          <p14:tracePt t="24156" x="6427788" y="2824163"/>
          <p14:tracePt t="24167" x="6308725" y="2876550"/>
          <p14:tracePt t="24170" x="6242050" y="2943225"/>
          <p14:tracePt t="24178" x="6162675" y="3009900"/>
          <p14:tracePt t="24185" x="6096000" y="3089275"/>
          <p14:tracePt t="24194" x="6003925" y="3221038"/>
          <p14:tracePt t="24200" x="5989638" y="3260725"/>
          <p14:tracePt t="24207" x="5910263" y="3394075"/>
          <p14:tracePt t="24215" x="5883275" y="3473450"/>
          <p14:tracePt t="24220" x="5883275" y="3513138"/>
          <p14:tracePt t="24228" x="5870575" y="3605213"/>
          <p14:tracePt t="24235" x="5870575" y="3711575"/>
          <p14:tracePt t="24243" x="5883275" y="3790950"/>
          <p14:tracePt t="24249" x="5897563" y="3844925"/>
          <p14:tracePt t="24257" x="5964238" y="3924300"/>
          <p14:tracePt t="24267" x="6016625" y="3990975"/>
          <p14:tracePt t="24269" x="6135688" y="4095750"/>
          <p14:tracePt t="24278" x="6294438" y="4149725"/>
          <p14:tracePt t="24285" x="6427788" y="4202113"/>
          <p14:tracePt t="24293" x="6532563" y="4268788"/>
          <p14:tracePt t="24299" x="6653213" y="4281488"/>
          <p14:tracePt t="24306" x="6811963" y="4295775"/>
          <p14:tracePt t="24315" x="6983413" y="4295775"/>
          <p14:tracePt t="24321" x="7196138" y="4281488"/>
          <p14:tracePt t="24328" x="7342188" y="4268788"/>
          <p14:tracePt t="24335" x="7421563" y="4229100"/>
          <p14:tracePt t="24343" x="7553325" y="4189413"/>
          <p14:tracePt t="24350" x="7646988" y="4135438"/>
          <p14:tracePt t="24356" x="7739063" y="4083050"/>
          <p14:tracePt t="24364" x="7818438" y="4043363"/>
          <p14:tracePt t="24371" x="7912100" y="3990975"/>
          <p14:tracePt t="24378" x="7924800" y="3990975"/>
          <p14:tracePt t="24385" x="7977188" y="3949700"/>
          <p14:tracePt t="24401" x="8016875" y="3924300"/>
          <p14:tracePt t="24407" x="8031163" y="3910013"/>
          <p14:tracePt t="24421" x="8043863" y="3897313"/>
          <p14:tracePt t="24435" x="8070850" y="3844925"/>
          <p14:tracePt t="24442" x="8070850" y="3817938"/>
          <p14:tracePt t="24449" x="8070850" y="3790950"/>
          <p14:tracePt t="24456" x="8097838" y="3765550"/>
          <p14:tracePt t="24471" x="8110538" y="3698875"/>
          <p14:tracePt t="24485" x="8110538" y="3684588"/>
          <p14:tracePt t="24521" x="8110538" y="3659188"/>
          <p14:tracePt t="24585" x="8110538" y="3644900"/>
          <p14:tracePt t="24873" x="8110538" y="3592513"/>
          <p14:tracePt t="24880" x="8110538" y="3446463"/>
          <p14:tracePt t="24884" x="8110538" y="3327400"/>
          <p14:tracePt t="24893" x="8097838" y="3248025"/>
          <p14:tracePt t="24898" x="8110538" y="3154363"/>
          <p14:tracePt t="24906" x="8110538" y="3101975"/>
          <p14:tracePt t="24915" x="8110538" y="3035300"/>
          <p14:tracePt t="24921" x="8123238" y="2995613"/>
          <p14:tracePt t="24928" x="8123238" y="2916238"/>
          <p14:tracePt t="24935" x="8137525" y="2809875"/>
          <p14:tracePt t="24941" x="8137525" y="2717800"/>
          <p14:tracePt t="24949" x="8137525" y="2678113"/>
          <p14:tracePt t="24957" x="8137525" y="2624138"/>
          <p14:tracePt t="24963" x="8150225" y="2598738"/>
          <p14:tracePt t="24970" x="8150225" y="2584450"/>
          <p14:tracePt t="24978" x="8150225" y="2571750"/>
          <p14:tracePt t="24984" x="8150225" y="2544763"/>
          <p14:tracePt t="25020" x="8150225" y="2532063"/>
          <p14:tracePt t="25730" x="8150225" y="2544763"/>
          <p14:tracePt t="26441" x="8150225" y="2559050"/>
          <p14:tracePt t="26994" x="8162925" y="2544763"/>
          <p14:tracePt t="27000" x="8177213" y="2532063"/>
          <p14:tracePt t="27010" x="8242300" y="2452688"/>
          <p14:tracePt t="27014" x="8242300" y="2425700"/>
          <p14:tracePt t="27020" x="8269288" y="2398713"/>
          <p14:tracePt t="27029" x="8308975" y="2333625"/>
          <p14:tracePt t="27034" x="8348663" y="2279650"/>
          <p14:tracePt t="27041" x="8375650" y="2266950"/>
          <p14:tracePt t="27048" x="8428038" y="2147888"/>
          <p14:tracePt t="27055" x="8521700" y="2028825"/>
          <p14:tracePt t="27063" x="8574088" y="1949450"/>
          <p14:tracePt t="27070" x="8626475" y="1908175"/>
          <p14:tracePt t="27078" x="8680450" y="1803400"/>
          <p14:tracePt t="27091" x="8732838" y="1776413"/>
          <p14:tracePt t="27106" x="8747125" y="1763713"/>
          <p14:tracePt t="27113" x="8759825" y="1763713"/>
          <p14:tracePt t="27736" x="8945563" y="1617663"/>
          <p14:tracePt t="29726" x="8812213" y="2346325"/>
          <p14:tracePt t="29733" x="8626475" y="2624138"/>
          <p14:tracePt t="29740" x="8482013" y="2849563"/>
          <p14:tracePt t="29748" x="8388350" y="2955925"/>
          <p14:tracePt t="29755" x="8308975" y="3114675"/>
          <p14:tracePt t="29762" x="8242300" y="3235325"/>
          <p14:tracePt t="29769" x="8229600" y="3287713"/>
          <p14:tracePt t="29777" x="8216900" y="3314700"/>
          <p14:tracePt t="29783" x="8216900" y="3327400"/>
          <p14:tracePt t="29791" x="8202613" y="3340100"/>
          <p14:tracePt t="30049" x="8137525" y="3379788"/>
          <p14:tracePt t="30058" x="7912100" y="3473450"/>
          <p14:tracePt t="30065" x="7818438" y="3540125"/>
          <p14:tracePt t="30073" x="7726363" y="3579813"/>
          <p14:tracePt t="30081" x="7620000" y="3632200"/>
          <p14:tracePt t="30086" x="7580313" y="3644900"/>
          <p14:tracePt t="30092" x="7513638" y="3659188"/>
          <p14:tracePt t="30098" x="7446963" y="3659188"/>
          <p14:tracePt t="30104" x="7354888" y="3659188"/>
          <p14:tracePt t="30112" x="7262813" y="3659188"/>
          <p14:tracePt t="30118" x="7196138" y="3659188"/>
          <p14:tracePt t="30126" x="7102475" y="3659188"/>
          <p14:tracePt t="30133" x="7023100" y="3644900"/>
          <p14:tracePt t="30141" x="6983413" y="3644900"/>
          <p14:tracePt t="30147" x="6958013" y="3644900"/>
          <p14:tracePt t="30157" x="6931025" y="3632200"/>
          <p14:tracePt t="30165" x="6891338" y="3605213"/>
          <p14:tracePt t="30170" x="6878638" y="3605213"/>
          <p14:tracePt t="30180" x="6837363" y="3619500"/>
          <p14:tracePt t="30186" x="6784975" y="3632200"/>
          <p14:tracePt t="30194" x="6745288" y="3684588"/>
          <p14:tracePt t="30202" x="6638925" y="3830638"/>
          <p14:tracePt t="30208" x="6559550" y="3949700"/>
          <p14:tracePt t="30216" x="6519863" y="4070350"/>
          <p14:tracePt t="30222" x="6492875" y="4149725"/>
          <p14:tracePt t="30230" x="6492875" y="4256088"/>
          <p14:tracePt t="30238" x="6480175" y="4348163"/>
          <p14:tracePt t="30249" x="6480175" y="4427538"/>
          <p14:tracePt t="30255" x="6492875" y="4440238"/>
          <p14:tracePt t="30263" x="6492875" y="4467225"/>
          <p14:tracePt t="30278" x="6507163" y="4467225"/>
          <p14:tracePt t="30287" x="6559550" y="4506913"/>
          <p14:tracePt t="30298" x="6626225" y="4521200"/>
          <p14:tracePt t="30307" x="6732588" y="4467225"/>
          <p14:tracePt t="30315" x="6811963" y="4454525"/>
          <p14:tracePt t="30320" x="6931025" y="4375150"/>
          <p14:tracePt t="30330" x="7142163" y="4256088"/>
          <p14:tracePt t="30337" x="7367588" y="4110038"/>
          <p14:tracePt t="30348" x="7527925" y="4003675"/>
          <p14:tracePt t="30356" x="7580313" y="3976688"/>
          <p14:tracePt t="30363" x="7620000" y="3910013"/>
          <p14:tracePt t="30369" x="7646988" y="3830638"/>
          <p14:tracePt t="30380" x="7672388" y="3805238"/>
          <p14:tracePt t="30385" x="7672388" y="3738563"/>
          <p14:tracePt t="30394" x="7659688" y="3698875"/>
          <p14:tracePt t="30407" x="7620000" y="3486150"/>
          <p14:tracePt t="30412" x="7580313" y="3433763"/>
          <p14:tracePt t="30423" x="7527925" y="3354388"/>
          <p14:tracePt t="30430" x="7500938" y="3314700"/>
          <p14:tracePt t="30435" x="7446963" y="3287713"/>
          <p14:tracePt t="30448" x="7327900" y="3260725"/>
          <p14:tracePt t="30455" x="7275513" y="3260725"/>
          <p14:tracePt t="30463" x="7235825" y="3260725"/>
          <p14:tracePt t="30470" x="7208838" y="3275013"/>
          <p14:tracePt t="30479" x="7156450" y="3314700"/>
          <p14:tracePt t="30485" x="7142163" y="3327400"/>
          <p14:tracePt t="30495" x="7116763" y="3379788"/>
          <p14:tracePt t="30505" x="7077075" y="3419475"/>
          <p14:tracePt t="30512" x="7062788" y="3446463"/>
          <p14:tracePt t="30528" x="7050088" y="3446463"/>
          <p14:tracePt t="30538" x="7050088" y="3459163"/>
          <p14:tracePt t="30549" x="7050088" y="3486150"/>
          <p14:tracePt t="30858" x="7062788" y="3513138"/>
          <p14:tracePt t="30866" x="7129463" y="3513138"/>
          <p14:tracePt t="30872" x="7183438" y="3513138"/>
          <p14:tracePt t="30879" x="7262813" y="3513138"/>
          <p14:tracePt t="30885" x="7327900" y="3513138"/>
          <p14:tracePt t="30893" x="7407275" y="3513138"/>
          <p14:tracePt t="30901" x="7488238" y="3486150"/>
          <p14:tracePt t="30907" x="7553325" y="3473450"/>
          <p14:tracePt t="30916" x="7632700" y="3433763"/>
          <p14:tracePt t="30922" x="7686675" y="3406775"/>
          <p14:tracePt t="30929" x="7766050" y="3354388"/>
          <p14:tracePt t="30936" x="7805738" y="3314700"/>
          <p14:tracePt t="30948" x="7858125" y="3287713"/>
          <p14:tracePt t="30955" x="7872413" y="3287713"/>
          <p14:tracePt t="30962" x="7885113" y="3260725"/>
          <p14:tracePt t="30970" x="7885113" y="3248025"/>
          <p14:tracePt t="30984" x="7897813" y="3235325"/>
          <p14:tracePt t="30994" x="7897813" y="3221038"/>
          <p14:tracePt t="31008" x="7897813" y="3194050"/>
          <p14:tracePt t="31015" x="7897813" y="3168650"/>
          <p14:tracePt t="31020" x="7872413" y="3154363"/>
          <p14:tracePt t="31029" x="7818438" y="3089275"/>
          <p14:tracePt t="31034" x="7793038" y="3074988"/>
          <p14:tracePt t="31044" x="7712075" y="3049588"/>
          <p14:tracePt t="31050" x="7632700" y="3009900"/>
          <p14:tracePt t="31056" x="7593013" y="2995613"/>
          <p14:tracePt t="31064" x="7500938" y="2928938"/>
          <p14:tracePt t="31071" x="7421563" y="2916238"/>
          <p14:tracePt t="31079" x="7302500" y="2889250"/>
          <p14:tracePt t="31086" x="7223125" y="2876550"/>
          <p14:tracePt t="31093" x="7129463" y="2876550"/>
          <p14:tracePt t="31101" x="7077075" y="2876550"/>
          <p14:tracePt t="31108" x="7023100" y="2876550"/>
          <p14:tracePt t="31115" x="6997700" y="2889250"/>
          <p14:tracePt t="31124" x="6958013" y="2903538"/>
          <p14:tracePt t="31134" x="6837363" y="2955925"/>
          <p14:tracePt t="31143" x="6797675" y="2970213"/>
          <p14:tracePt t="31152" x="6732588" y="2995613"/>
          <p14:tracePt t="31158" x="6692900" y="3009900"/>
          <p14:tracePt t="31163" x="6665913" y="3035300"/>
          <p14:tracePt t="31170" x="6599238" y="3074988"/>
          <p14:tracePt t="31179" x="6573838" y="3128963"/>
          <p14:tracePt t="31186" x="6546850" y="3154363"/>
          <p14:tracePt t="31195" x="6507163" y="3208338"/>
          <p14:tracePt t="31201" x="6492875" y="3248025"/>
          <p14:tracePt t="31207" x="6480175" y="3287713"/>
          <p14:tracePt t="31214" x="6467475" y="3314700"/>
          <p14:tracePt t="31221" x="6467475" y="3354388"/>
          <p14:tracePt t="31230" x="6467475" y="3367088"/>
          <p14:tracePt t="31236" x="6480175" y="3394075"/>
          <p14:tracePt t="31250" x="6532563" y="3446463"/>
          <p14:tracePt t="31259" x="6586538" y="3486150"/>
          <p14:tracePt t="31269" x="6718300" y="3540125"/>
          <p14:tracePt t="31280" x="6772275" y="3540125"/>
          <p14:tracePt t="31287" x="6811963" y="3540125"/>
          <p14:tracePt t="31297" x="6943725" y="3540125"/>
          <p14:tracePt t="31307" x="6983413" y="3540125"/>
          <p14:tracePt t="31314" x="7037388" y="3540125"/>
          <p14:tracePt t="31320" x="7089775" y="3525838"/>
          <p14:tracePt t="31329" x="7156450" y="3500438"/>
          <p14:tracePt t="31334" x="7208838" y="3486150"/>
          <p14:tracePt t="31344" x="7235825" y="3473450"/>
          <p14:tracePt t="31358" x="7275513" y="3446463"/>
          <p14:tracePt t="31370" x="7288213" y="3446463"/>
          <p14:tracePt t="31379" x="7315200" y="3419475"/>
          <p14:tracePt t="31398" x="7342188" y="3367088"/>
          <p14:tracePt t="31413" x="7342188" y="3354388"/>
          <p14:tracePt t="31419" x="7342188" y="3327400"/>
          <p14:tracePt t="31429" x="7342188" y="3300413"/>
          <p14:tracePt t="31434" x="7342188" y="3275013"/>
          <p14:tracePt t="31443" x="7327900" y="3248025"/>
          <p14:tracePt t="31449" x="7288213" y="3208338"/>
          <p14:tracePt t="31456" x="7275513" y="3194050"/>
          <p14:tracePt t="31465" x="7262813" y="3168650"/>
          <p14:tracePt t="31470" x="7208838" y="3128963"/>
          <p14:tracePt t="31479" x="7183438" y="3101975"/>
          <p14:tracePt t="31486" x="7116763" y="3062288"/>
          <p14:tracePt t="31494" x="7077075" y="3049588"/>
          <p14:tracePt t="31502" x="7050088" y="3022600"/>
          <p14:tracePt t="31509" x="7023100" y="3022600"/>
          <p14:tracePt t="31516" x="7010400" y="3022600"/>
          <p14:tracePt t="31522" x="6983413" y="3022600"/>
          <p14:tracePt t="31529" x="6970713" y="3022600"/>
          <p14:tracePt t="31535" x="6958013" y="3022600"/>
          <p14:tracePt t="31543" x="6918325" y="3049588"/>
          <p14:tracePt t="31548" x="6891338" y="3062288"/>
          <p14:tracePt t="31556" x="6864350" y="3074988"/>
          <p14:tracePt t="31565" x="6837363" y="3114675"/>
          <p14:tracePt t="31572" x="6772275" y="3154363"/>
          <p14:tracePt t="31579" x="6745288" y="3181350"/>
          <p14:tracePt t="31585" x="6692900" y="3248025"/>
          <p14:tracePt t="31596" x="6653213" y="3275013"/>
          <p14:tracePt t="31601" x="6613525" y="3354388"/>
          <p14:tracePt t="31607" x="6599238" y="3379788"/>
          <p14:tracePt t="31613" x="6573838" y="3433763"/>
          <p14:tracePt t="31624" x="6546850" y="3459163"/>
          <p14:tracePt t="31630" x="6532563" y="3473450"/>
          <p14:tracePt t="31641" x="6532563" y="3500438"/>
          <p14:tracePt t="31648" x="6532563" y="3525838"/>
          <p14:tracePt t="31670" x="6559550" y="3540125"/>
          <p14:tracePt t="31677" x="6626225" y="3579813"/>
          <p14:tracePt t="31683" x="6665913" y="3579813"/>
          <p14:tracePt t="31694" x="6757988" y="3592513"/>
          <p14:tracePt t="31698" x="6837363" y="3592513"/>
          <p14:tracePt t="31708" x="6904038" y="3592513"/>
          <p14:tracePt t="31713" x="6997700" y="3565525"/>
          <p14:tracePt t="31721" x="7142163" y="3552825"/>
          <p14:tracePt t="31727" x="7302500" y="3513138"/>
          <p14:tracePt t="31736" x="7421563" y="3473450"/>
          <p14:tracePt t="31743" x="7513638" y="3446463"/>
          <p14:tracePt t="31747" x="7553325" y="3419475"/>
          <p14:tracePt t="31756" x="7593013" y="3406775"/>
          <p14:tracePt t="31761" x="7632700" y="3394075"/>
          <p14:tracePt t="31783" x="7646988" y="3379788"/>
          <p14:tracePt t="31812" x="7646988" y="3367088"/>
          <p14:tracePt t="31826" x="7646988" y="3354388"/>
          <p14:tracePt t="31834" x="7659688" y="3327400"/>
          <p14:tracePt t="31844" x="7659688" y="3314700"/>
          <p14:tracePt t="31849" x="7646988" y="3260725"/>
          <p14:tracePt t="31857" x="7632700" y="3235325"/>
          <p14:tracePt t="31869" x="7527925" y="3141663"/>
          <p14:tracePt t="31876" x="7434263" y="3089275"/>
          <p14:tracePt t="31884" x="7354888" y="3049588"/>
          <p14:tracePt t="31894" x="7262813" y="3009900"/>
          <p14:tracePt t="31907" x="7169150" y="2995613"/>
          <p14:tracePt t="31913" x="7142163" y="2995613"/>
          <p14:tracePt t="31927" x="7129463" y="3009900"/>
          <p14:tracePt t="31935" x="7116763" y="3009900"/>
          <p14:tracePt t="31944" x="7089775" y="3022600"/>
          <p14:tracePt t="31950" x="7089775" y="3035300"/>
          <p14:tracePt t="31957" x="7062788" y="3089275"/>
          <p14:tracePt t="31970" x="7050088" y="3089275"/>
          <p14:tracePt t="31980" x="7050088" y="3101975"/>
          <p14:tracePt t="32027" x="7050088" y="3114675"/>
          <p14:tracePt t="32056" x="7062788" y="3114675"/>
          <p14:tracePt t="32099" x="7062788" y="3128963"/>
          <p14:tracePt t="32398" x="7062788" y="3141663"/>
          <p14:tracePt t="32460" x="7062788" y="3154363"/>
          <p14:tracePt t="32532" x="7062788" y="3168650"/>
          <p14:tracePt t="34519" x="7062788" y="3194050"/>
          <p14:tracePt t="35262" x="7062788" y="3181350"/>
          <p14:tracePt t="35320" x="7062788" y="3168650"/>
          <p14:tracePt t="35455" x="7062788" y="3154363"/>
          <p14:tracePt t="35982" x="7062788" y="3141663"/>
          <p14:tracePt t="36348" x="7062788" y="3128963"/>
          <p14:tracePt t="36397" x="7062788" y="3114675"/>
          <p14:tracePt t="36797" x="7062788" y="3049588"/>
          <p14:tracePt t="36805" x="7062788" y="2943225"/>
          <p14:tracePt t="36812" x="7062788" y="2824163"/>
          <p14:tracePt t="36820" x="7062788" y="2638425"/>
          <p14:tracePt t="36826" x="7050088" y="2519363"/>
          <p14:tracePt t="36833" x="7050088" y="2373313"/>
          <p14:tracePt t="36841" x="7050088" y="2254250"/>
          <p14:tracePt t="36845" x="7050088" y="2041525"/>
          <p14:tracePt t="36852" x="7050088" y="1949450"/>
          <p14:tracePt t="36860" x="7050088" y="1749425"/>
          <p14:tracePt t="36868" x="7050088" y="1617663"/>
          <p14:tracePt t="36874" x="7050088" y="1577975"/>
          <p14:tracePt t="36881" x="7050088" y="1471613"/>
          <p14:tracePt t="36888" x="7050088" y="1392238"/>
          <p14:tracePt t="36895" x="7050088" y="1233488"/>
          <p14:tracePt t="36903" x="7050088" y="1152525"/>
          <p14:tracePt t="36910" x="7050088" y="1127125"/>
          <p14:tracePt t="37211" x="6904038" y="981075"/>
          <p14:tracePt t="37220" x="6678613" y="715963"/>
          <p14:tracePt t="37227" x="6507163" y="438150"/>
          <p14:tracePt t="37233" x="6348413" y="26988"/>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dsholder til indhold 4">
            <a:extLst>
              <a:ext uri="{FF2B5EF4-FFF2-40B4-BE49-F238E27FC236}">
                <a16:creationId xmlns:a16="http://schemas.microsoft.com/office/drawing/2014/main" id="{7393A2F9-6972-4033-5825-239D9465ABEF}"/>
              </a:ext>
            </a:extLst>
          </p:cNvPr>
          <p:cNvSpPr>
            <a:spLocks noGrp="1"/>
          </p:cNvSpPr>
          <p:nvPr>
            <p:ph idx="1"/>
          </p:nvPr>
        </p:nvSpPr>
        <p:spPr/>
        <p:txBody>
          <a:bodyPr/>
          <a:lstStyle/>
          <a:p>
            <a:pPr marL="0" indent="0">
              <a:buNone/>
            </a:pPr>
            <a:r>
              <a:rPr lang="da-DK" altLang="da-DK"/>
              <a:t>GRE tunnel- (</a:t>
            </a:r>
            <a:r>
              <a:rPr lang="da-DK"/>
              <a:t>Generic Routing Encapsulation) </a:t>
            </a:r>
          </a:p>
        </p:txBody>
      </p:sp>
      <p:pic>
        <p:nvPicPr>
          <p:cNvPr id="10" name="Billede 9">
            <a:extLst>
              <a:ext uri="{FF2B5EF4-FFF2-40B4-BE49-F238E27FC236}">
                <a16:creationId xmlns:a16="http://schemas.microsoft.com/office/drawing/2014/main" id="{EC33F406-9E49-DEB6-140D-0C74966AB435}"/>
              </a:ext>
            </a:extLst>
          </p:cNvPr>
          <p:cNvPicPr>
            <a:picLocks noChangeAspect="1"/>
          </p:cNvPicPr>
          <p:nvPr/>
        </p:nvPicPr>
        <p:blipFill>
          <a:blip r:embed="rId3"/>
          <a:stretch>
            <a:fillRect/>
          </a:stretch>
        </p:blipFill>
        <p:spPr>
          <a:xfrm>
            <a:off x="4169916" y="542924"/>
            <a:ext cx="4990815" cy="1527613"/>
          </a:xfrm>
          <a:prstGeom prst="rect">
            <a:avLst/>
          </a:prstGeom>
        </p:spPr>
      </p:pic>
      <p:sp>
        <p:nvSpPr>
          <p:cNvPr id="2" name="Rektangel 1">
            <a:extLst>
              <a:ext uri="{FF2B5EF4-FFF2-40B4-BE49-F238E27FC236}">
                <a16:creationId xmlns:a16="http://schemas.microsoft.com/office/drawing/2014/main" id="{44DF57FF-6D94-4AE6-9EF7-4E18DC41396F}"/>
              </a:ext>
            </a:extLst>
          </p:cNvPr>
          <p:cNvSpPr/>
          <p:nvPr/>
        </p:nvSpPr>
        <p:spPr>
          <a:xfrm>
            <a:off x="16731" y="809821"/>
            <a:ext cx="4572000" cy="2862322"/>
          </a:xfrm>
          <a:prstGeom prst="rect">
            <a:avLst/>
          </a:prstGeom>
          <a:ln>
            <a:solidFill>
              <a:schemeClr val="accent1">
                <a:lumMod val="75000"/>
              </a:schemeClr>
            </a:solidFill>
          </a:ln>
        </p:spPr>
        <p:txBody>
          <a:bodyPr wrap="square">
            <a:spAutoFit/>
          </a:bodyPr>
          <a:lstStyle/>
          <a:p>
            <a:r>
              <a:rPr lang="da-DK"/>
              <a:t>En GRE-tunnel er en simpel og fleksibel tunnelprotokol, som indkapsler en hvilken som helst protokol inde i en anden – typisk IP over IP. </a:t>
            </a:r>
          </a:p>
          <a:p>
            <a:endParaRPr lang="da-DK"/>
          </a:p>
          <a:p>
            <a:r>
              <a:rPr lang="da-DK"/>
              <a:t>Forestil dig en "virtuel forbindelse" mellem to routere over internettet. GRE indkapsler dine originale pakker (f.eks. OSPF, multicast, IPv6, etc.) i en ny IP-pakke og sender dem over netværket.</a:t>
            </a:r>
          </a:p>
        </p:txBody>
      </p:sp>
      <p:sp>
        <p:nvSpPr>
          <p:cNvPr id="7" name="Rectangle 3">
            <a:extLst>
              <a:ext uri="{FF2B5EF4-FFF2-40B4-BE49-F238E27FC236}">
                <a16:creationId xmlns:a16="http://schemas.microsoft.com/office/drawing/2014/main" id="{5A4B4165-82A7-4B5D-839F-B799B653E336}"/>
              </a:ext>
            </a:extLst>
          </p:cNvPr>
          <p:cNvSpPr>
            <a:spLocks noChangeArrowheads="1"/>
          </p:cNvSpPr>
          <p:nvPr/>
        </p:nvSpPr>
        <p:spPr bwMode="auto">
          <a:xfrm>
            <a:off x="164757" y="4016956"/>
            <a:ext cx="6599371" cy="83099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da-DK" altLang="da-DK" sz="1600" b="0" i="0" u="none" strike="noStrike" cap="none" normalizeH="0" baseline="0">
                <a:ln>
                  <a:noFill/>
                </a:ln>
                <a:solidFill>
                  <a:schemeClr val="tx1"/>
                </a:solidFill>
                <a:effectLst/>
                <a:latin typeface="Arial" panose="020B0604020202020204" pitchFamily="34" charset="0"/>
              </a:rPr>
              <a:t> Understøtte routingprotokoller over internettet (f.eks. OSPF, EIGRP).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da-DK" altLang="da-DK" sz="1600" b="0" i="0" u="none" strike="noStrike" cap="none" normalizeH="0" baseline="0">
                <a:ln>
                  <a:noFill/>
                </a:ln>
                <a:solidFill>
                  <a:schemeClr val="tx1"/>
                </a:solidFill>
                <a:effectLst/>
                <a:latin typeface="Arial" panose="020B0604020202020204" pitchFamily="34" charset="0"/>
              </a:rPr>
              <a:t> Bruges i teknologier som </a:t>
            </a:r>
            <a:r>
              <a:rPr kumimoji="0" lang="da-DK" altLang="da-DK" sz="1600" b="1" i="0" u="none" strike="noStrike" cap="none" normalizeH="0" baseline="0">
                <a:ln>
                  <a:noFill/>
                </a:ln>
                <a:solidFill>
                  <a:schemeClr val="tx1"/>
                </a:solidFill>
                <a:effectLst/>
                <a:latin typeface="Arial" panose="020B0604020202020204" pitchFamily="34" charset="0"/>
              </a:rPr>
              <a:t>DMVPN</a:t>
            </a:r>
            <a:r>
              <a:rPr kumimoji="0" lang="da-DK" altLang="da-DK" sz="1600" b="0" i="0" u="none" strike="noStrike" cap="none" normalizeH="0" baseline="0">
                <a:ln>
                  <a:noFill/>
                </a:ln>
                <a:solidFill>
                  <a:schemeClr val="tx1"/>
                </a:solidFill>
                <a:effectLst/>
                <a:latin typeface="Arial" panose="020B0604020202020204" pitchFamily="34" charset="0"/>
              </a:rPr>
              <a:t> (DMVPN = GRE + NHRP + IPsec).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da-DK" altLang="da-DK" sz="1600" b="0" i="0" u="none" strike="noStrike" cap="none" normalizeH="0" baseline="0">
                <a:ln>
                  <a:noFill/>
                </a:ln>
                <a:solidFill>
                  <a:schemeClr val="tx1"/>
                </a:solidFill>
                <a:effectLst/>
                <a:latin typeface="Arial" panose="020B0604020202020204" pitchFamily="34" charset="0"/>
              </a:rPr>
              <a:t> Tunnel mellem netværk, hvor IPsec alene ikke kan bruges.</a:t>
            </a:r>
          </a:p>
        </p:txBody>
      </p:sp>
      <p:sp>
        <p:nvSpPr>
          <p:cNvPr id="9" name="Rektangel 8">
            <a:extLst>
              <a:ext uri="{FF2B5EF4-FFF2-40B4-BE49-F238E27FC236}">
                <a16:creationId xmlns:a16="http://schemas.microsoft.com/office/drawing/2014/main" id="{E8619603-6969-4941-A215-DC85C68008A8}"/>
              </a:ext>
            </a:extLst>
          </p:cNvPr>
          <p:cNvSpPr/>
          <p:nvPr/>
        </p:nvSpPr>
        <p:spPr>
          <a:xfrm>
            <a:off x="4670854" y="2075472"/>
            <a:ext cx="4473146" cy="1600438"/>
          </a:xfrm>
          <a:prstGeom prst="rect">
            <a:avLst/>
          </a:prstGeom>
          <a:ln>
            <a:solidFill>
              <a:schemeClr val="accent5">
                <a:lumMod val="50000"/>
              </a:schemeClr>
            </a:solidFill>
          </a:ln>
        </p:spPr>
        <p:txBody>
          <a:bodyPr wrap="square">
            <a:spAutoFit/>
          </a:bodyPr>
          <a:lstStyle/>
          <a:p>
            <a:r>
              <a:rPr lang="da-DK" sz="1400"/>
              <a:t>Ydre IP-header: Bruger IP-adresserne på tunnel-endpoints.</a:t>
            </a:r>
          </a:p>
          <a:p>
            <a:endParaRPr lang="da-DK" sz="1400"/>
          </a:p>
          <a:p>
            <a:r>
              <a:rPr lang="da-DK" sz="1400"/>
              <a:t>GRE-header: Indeholder information om tunnelen og protokollen indeni.</a:t>
            </a:r>
          </a:p>
          <a:p>
            <a:endParaRPr lang="da-DK" sz="1400"/>
          </a:p>
          <a:p>
            <a:r>
              <a:rPr lang="da-DK" sz="1400"/>
              <a:t>Indre pakke: Den originale pakke, f.eks. en OSPF pakke eller en almindelig IP-pakke.</a:t>
            </a:r>
          </a:p>
        </p:txBody>
      </p:sp>
    </p:spTree>
    <p:extLst>
      <p:ext uri="{BB962C8B-B14F-4D97-AF65-F5344CB8AC3E}">
        <p14:creationId xmlns:p14="http://schemas.microsoft.com/office/powerpoint/2010/main" val="3946426548"/>
      </p:ext>
    </p:extLst>
  </p:cSld>
  <p:clrMapOvr>
    <a:masterClrMapping/>
  </p:clrMapOvr>
  <p:transition advTm="94835"/>
  <p:extLst>
    <p:ext uri="{3A86A75C-4F4B-4683-9AE1-C65F6400EC91}">
      <p14:laserTraceLst xmlns:p14="http://schemas.microsoft.com/office/powerpoint/2010/main">
        <p14:tracePtLst>
          <p14:tracePt t="51663" x="3451225" y="4760913"/>
          <p14:tracePt t="52029" x="2849563" y="4891088"/>
          <p14:tracePt t="52038" x="2995613" y="4826000"/>
          <p14:tracePt t="52043" x="3114675" y="4705350"/>
          <p14:tracePt t="52050" x="3194050" y="4625975"/>
          <p14:tracePt t="52056" x="3300413" y="4533900"/>
          <p14:tracePt t="52065" x="3484563" y="4414838"/>
          <p14:tracePt t="52071" x="3617913" y="4321175"/>
          <p14:tracePt t="52077" x="3776663" y="4229100"/>
          <p14:tracePt t="52085" x="3883025" y="4162425"/>
          <p14:tracePt t="52092" x="3949700" y="4110038"/>
          <p14:tracePt t="52099" x="4029075" y="4030663"/>
          <p14:tracePt t="52106" x="4108450" y="3990975"/>
          <p14:tracePt t="52113" x="4187825" y="3884613"/>
          <p14:tracePt t="52121" x="4267200" y="3830638"/>
          <p14:tracePt t="52126" x="4413250" y="3751263"/>
          <p14:tracePt t="52134" x="4532313" y="3671888"/>
          <p14:tracePt t="52141" x="4611688" y="3592513"/>
          <p14:tracePt t="52148" x="4678363" y="3525838"/>
          <p14:tracePt t="52155" x="4770438" y="3394075"/>
          <p14:tracePt t="52163" x="4837113" y="3314700"/>
          <p14:tracePt t="52170" x="4849813" y="3275013"/>
          <p14:tracePt t="52176" x="4889500" y="3208338"/>
          <p14:tracePt t="52186" x="4916488" y="3181350"/>
          <p14:tracePt t="52192" x="4943475" y="3141663"/>
          <p14:tracePt t="52198" x="4956175" y="3074988"/>
          <p14:tracePt t="52205" x="4968875" y="3062288"/>
          <p14:tracePt t="52212" x="4968875" y="3035300"/>
          <p14:tracePt t="52221" x="4983163" y="2995613"/>
          <p14:tracePt t="52226" x="4995863" y="2943225"/>
          <p14:tracePt t="52234" x="5008563" y="2916238"/>
          <p14:tracePt t="52241" x="5008563" y="2876550"/>
          <p14:tracePt t="52248" x="5022850" y="2836863"/>
          <p14:tracePt t="52255" x="5022850" y="2824163"/>
          <p14:tracePt t="52263" x="5008563" y="2770188"/>
          <p14:tracePt t="52271" x="4995863" y="2730500"/>
          <p14:tracePt t="52277" x="4943475" y="2624138"/>
          <p14:tracePt t="52285" x="4929188" y="2598738"/>
          <p14:tracePt t="52291" x="4864100" y="2559050"/>
          <p14:tracePt t="52298" x="4797425" y="2479675"/>
          <p14:tracePt t="52306" x="4664075" y="2386013"/>
          <p14:tracePt t="52312" x="4572000" y="2359025"/>
          <p14:tracePt t="52320" x="4479925" y="2319338"/>
          <p14:tracePt t="52326" x="4386263" y="2279650"/>
          <p14:tracePt t="52334" x="4346575" y="2254250"/>
          <p14:tracePt t="52341" x="4294188" y="2239963"/>
          <p14:tracePt t="52348" x="4254500" y="2239963"/>
          <p14:tracePt t="52355" x="4227513" y="2239963"/>
          <p14:tracePt t="52363" x="4200525" y="2239963"/>
          <p14:tracePt t="52371" x="4160838" y="2239963"/>
          <p14:tracePt t="52377" x="4121150" y="2239963"/>
          <p14:tracePt t="52386" x="4081463" y="2227263"/>
          <p14:tracePt t="52390" x="4054475" y="2227263"/>
          <p14:tracePt t="52399" x="4014788" y="2227263"/>
          <p14:tracePt t="52405" x="4002088" y="2214563"/>
          <p14:tracePt t="52412" x="3975100" y="2214563"/>
          <p14:tracePt t="52421" x="3962400" y="2214563"/>
          <p14:tracePt t="52455" x="3949700" y="2214563"/>
          <p14:tracePt t="52498" x="3975100" y="2214563"/>
          <p14:tracePt t="52507" x="3989388" y="2214563"/>
          <p14:tracePt t="52512" x="4029075" y="2227263"/>
          <p14:tracePt t="52521" x="4094163" y="2227263"/>
          <p14:tracePt t="52526" x="4135438" y="2227263"/>
          <p14:tracePt t="52535" x="4200525" y="2227263"/>
          <p14:tracePt t="52541" x="4319588" y="2227263"/>
          <p14:tracePt t="52548" x="4425950" y="2214563"/>
          <p14:tracePt t="52555" x="4519613" y="2200275"/>
          <p14:tracePt t="52562" x="4584700" y="2173288"/>
          <p14:tracePt t="52569" x="4598988" y="2173288"/>
          <p14:tracePt t="52576" x="4611688" y="2160588"/>
          <p14:tracePt t="52598" x="4624388" y="2147888"/>
          <p14:tracePt t="52605" x="4624388" y="2108200"/>
          <p14:tracePt t="52613" x="4624388" y="2068513"/>
          <p14:tracePt t="52621" x="4624388" y="2041525"/>
          <p14:tracePt t="52626" x="4611688" y="2001838"/>
          <p14:tracePt t="52634" x="4598988" y="1949450"/>
          <p14:tracePt t="52641" x="4545013" y="1895475"/>
          <p14:tracePt t="52648" x="4532313" y="1843088"/>
          <p14:tracePt t="52655" x="4519613" y="1789113"/>
          <p14:tracePt t="52662" x="4492625" y="1763713"/>
          <p14:tracePt t="52677" x="4479925" y="1736725"/>
          <p14:tracePt t="52685" x="4452938" y="1697038"/>
          <p14:tracePt t="52705" x="4425950" y="1684338"/>
          <p14:tracePt t="52712" x="4413250" y="1670050"/>
          <p14:tracePt t="52719" x="4398963" y="1670050"/>
          <p14:tracePt t="52741" x="4386263" y="1670050"/>
          <p14:tracePt t="52763" x="4373563" y="1670050"/>
          <p14:tracePt t="52785" x="4373563" y="1684338"/>
          <p14:tracePt t="52819" x="4373563" y="1697038"/>
          <p14:tracePt t="52849" x="4373563" y="1709738"/>
          <p14:tracePt t="52877" x="4425950" y="1724025"/>
          <p14:tracePt t="52884" x="4452938" y="1724025"/>
          <p14:tracePt t="52891" x="4532313" y="1724025"/>
          <p14:tracePt t="52898" x="4598988" y="1724025"/>
          <p14:tracePt t="52905" x="4678363" y="1724025"/>
          <p14:tracePt t="52912" x="4745038" y="1724025"/>
          <p14:tracePt t="52919" x="4784725" y="1724025"/>
          <p14:tracePt t="52927" x="4876800" y="1697038"/>
          <p14:tracePt t="52936" x="4903788" y="1709738"/>
          <p14:tracePt t="52941" x="4956175" y="1709738"/>
          <p14:tracePt t="52948" x="4983163" y="1709738"/>
          <p14:tracePt t="52955" x="5022850" y="1709738"/>
          <p14:tracePt t="52962" x="5049838" y="1724025"/>
          <p14:tracePt t="52970" x="5089525" y="1724025"/>
          <p14:tracePt t="52976" x="5114925" y="1724025"/>
          <p14:tracePt t="52984" x="5141913" y="1724025"/>
          <p14:tracePt t="53035" x="5129213" y="1724025"/>
          <p14:tracePt t="53041" x="5102225" y="1724025"/>
          <p14:tracePt t="53048" x="5062538" y="1724025"/>
          <p14:tracePt t="53055" x="5008563" y="1709738"/>
          <p14:tracePt t="53063" x="4983163" y="1709738"/>
          <p14:tracePt t="53069" x="4929188" y="1709738"/>
          <p14:tracePt t="53076" x="4849813" y="1709738"/>
          <p14:tracePt t="53083" x="4757738" y="1684338"/>
          <p14:tracePt t="53091" x="4624388" y="1684338"/>
          <p14:tracePt t="53098" x="4479925" y="1709738"/>
          <p14:tracePt t="53105" x="4333875" y="1724025"/>
          <p14:tracePt t="53113" x="4227513" y="1749425"/>
          <p14:tracePt t="53122" x="4160838" y="1776413"/>
          <p14:tracePt t="53126" x="4068763" y="1803400"/>
          <p14:tracePt t="53135" x="4002088" y="1855788"/>
          <p14:tracePt t="53141" x="3816350" y="1962150"/>
          <p14:tracePt t="53148" x="3776663" y="1974850"/>
          <p14:tracePt t="53155" x="3724275" y="2028825"/>
          <p14:tracePt t="53163" x="3684588" y="2068513"/>
          <p14:tracePt t="53171" x="3617913" y="2093913"/>
          <p14:tracePt t="53176" x="3590925" y="2133600"/>
          <p14:tracePt t="53185" x="3565525" y="2160588"/>
          <p14:tracePt t="53191" x="3525838" y="2266950"/>
          <p14:tracePt t="53198" x="3511550" y="2266950"/>
          <p14:tracePt t="53213" x="3511550" y="2279650"/>
          <p14:tracePt t="53219" x="3511550" y="2293938"/>
          <p14:tracePt t="53236" x="3511550" y="2306638"/>
          <p14:tracePt t="53242" x="3551238" y="2386013"/>
          <p14:tracePt t="53255" x="3605213" y="2413000"/>
          <p14:tracePt t="53262" x="3644900" y="2465388"/>
          <p14:tracePt t="53268" x="3724275" y="2505075"/>
          <p14:tracePt t="53276" x="3749675" y="2532063"/>
          <p14:tracePt t="53285" x="3776663" y="2559050"/>
          <p14:tracePt t="53291" x="3856038" y="2611438"/>
          <p14:tracePt t="53298" x="3895725" y="2678113"/>
          <p14:tracePt t="53305" x="3910013" y="2717800"/>
          <p14:tracePt t="53312" x="3962400" y="2770188"/>
          <p14:tracePt t="53320" x="3975100" y="2824163"/>
          <p14:tracePt t="53327" x="4014788" y="2943225"/>
          <p14:tracePt t="53334" x="4029075" y="2982913"/>
          <p14:tracePt t="53340" x="4041775" y="3009900"/>
          <p14:tracePt t="53348" x="4068763" y="3074988"/>
          <p14:tracePt t="53355" x="4094163" y="3154363"/>
          <p14:tracePt t="53363" x="4108450" y="3235325"/>
          <p14:tracePt t="53369" x="4121150" y="3300413"/>
          <p14:tracePt t="53376" x="4121150" y="3406775"/>
          <p14:tracePt t="53385" x="4135438" y="3513138"/>
          <p14:tracePt t="53390" x="4135438" y="3540125"/>
          <p14:tracePt t="53398" x="4135438" y="3619500"/>
          <p14:tracePt t="53405" x="4135438" y="3632200"/>
          <p14:tracePt t="53412" x="4135438" y="3659188"/>
          <p14:tracePt t="53419" x="4135438" y="3698875"/>
          <p14:tracePt t="53426" x="4135438" y="3711575"/>
          <p14:tracePt t="53435" x="4135438" y="3738563"/>
          <p14:tracePt t="53440" x="4135438" y="3765550"/>
          <p14:tracePt t="53448" x="4135438" y="3790950"/>
          <p14:tracePt t="53455" x="4135438" y="3817938"/>
          <p14:tracePt t="53462" x="4135438" y="3844925"/>
          <p14:tracePt t="53469" x="4121150" y="3857625"/>
          <p14:tracePt t="53476" x="4121150" y="3910013"/>
          <p14:tracePt t="53486" x="4108450" y="3910013"/>
          <p14:tracePt t="53491" x="4094163" y="3910013"/>
          <p14:tracePt t="53770" x="4054475" y="3963988"/>
          <p14:tracePt t="53777" x="4002088" y="4056063"/>
          <p14:tracePt t="53785" x="3935413" y="4122738"/>
          <p14:tracePt t="53792" x="3883025" y="4202113"/>
          <p14:tracePt t="53799" x="3816350" y="4281488"/>
          <p14:tracePt t="53806" x="3776663" y="4348163"/>
          <p14:tracePt t="53814" x="3749675" y="4375150"/>
          <p14:tracePt t="53820" x="3697288" y="4440238"/>
          <p14:tracePt t="53828" x="3644900" y="4521200"/>
          <p14:tracePt t="53837" x="3630613" y="4560888"/>
          <p14:tracePt t="53841" x="3565525" y="4665663"/>
          <p14:tracePt t="53849" x="3565525" y="4692650"/>
          <p14:tracePt t="53857" x="3538538" y="4811713"/>
          <p14:tracePt t="53870" x="3525838" y="4838700"/>
          <p14:tracePt t="53887" x="3525838" y="4851400"/>
          <p14:tracePt t="53891" x="3525838" y="4865688"/>
          <p14:tracePt t="53906" x="3525838" y="4878388"/>
          <p14:tracePt t="53920" x="3525838" y="4905375"/>
          <p14:tracePt t="53942" x="3578225" y="4930775"/>
          <p14:tracePt t="53949" x="3605213" y="4945063"/>
          <p14:tracePt t="53956" x="3657600" y="4970463"/>
          <p14:tracePt t="53962" x="3749675" y="4984750"/>
          <p14:tracePt t="53969" x="3856038" y="4984750"/>
          <p14:tracePt t="53977" x="3922713" y="5010150"/>
          <p14:tracePt t="53987" x="4029075" y="5010150"/>
          <p14:tracePt t="53991" x="4068763" y="5010150"/>
          <p14:tracePt t="54000" x="4121150" y="4997450"/>
          <p14:tracePt t="54006" x="4200525" y="4984750"/>
          <p14:tracePt t="54014" x="4254500" y="4970463"/>
          <p14:tracePt t="54020" x="4346575" y="4970463"/>
          <p14:tracePt t="54027" x="4440238" y="4957763"/>
          <p14:tracePt t="54037" x="4505325" y="4945063"/>
          <p14:tracePt t="54041" x="4638675" y="4945063"/>
          <p14:tracePt t="54049" x="4691063" y="4945063"/>
          <p14:tracePt t="54056" x="4745038" y="4930775"/>
          <p14:tracePt t="54063" x="4837113" y="4930775"/>
          <p14:tracePt t="54071" x="4864100" y="4930775"/>
          <p14:tracePt t="54077" x="4929188" y="4918075"/>
          <p14:tracePt t="54086" x="5035550" y="4905375"/>
          <p14:tracePt t="54091" x="5089525" y="4878388"/>
          <p14:tracePt t="54099" x="5208588" y="4851400"/>
          <p14:tracePt t="54106" x="5313363" y="4838700"/>
          <p14:tracePt t="54111" x="5380038" y="4811713"/>
          <p14:tracePt t="54121" x="5486400" y="4786313"/>
          <p14:tracePt t="54126" x="5513388" y="4772025"/>
          <p14:tracePt t="54135" x="5578475" y="4759325"/>
          <p14:tracePt t="54149" x="5592763" y="4745038"/>
          <p14:tracePt t="54155" x="5592763" y="4732338"/>
          <p14:tracePt t="54163" x="5605463" y="4732338"/>
          <p14:tracePt t="54184" x="5618163" y="4732338"/>
          <p14:tracePt t="54198" x="5618163" y="4719638"/>
          <p14:tracePt t="54205" x="5618163" y="4705350"/>
          <p14:tracePt t="54211" x="5618163" y="4652963"/>
          <p14:tracePt t="54218" x="5605463" y="4640263"/>
          <p14:tracePt t="54226" x="5578475" y="4586288"/>
          <p14:tracePt t="54235" x="5486400" y="4521200"/>
          <p14:tracePt t="54241" x="5340350" y="4467225"/>
          <p14:tracePt t="54249" x="5221288" y="4400550"/>
          <p14:tracePt t="54255" x="5062538" y="4360863"/>
          <p14:tracePt t="54262" x="4916488" y="4321175"/>
          <p14:tracePt t="54271" x="4837113" y="4308475"/>
          <p14:tracePt t="54276" x="4703763" y="4295775"/>
          <p14:tracePt t="54285" x="4452938" y="4256088"/>
          <p14:tracePt t="54291" x="4294188" y="4256088"/>
          <p14:tracePt t="54297" x="4068763" y="4229100"/>
          <p14:tracePt t="54305" x="3935413" y="4241800"/>
          <p14:tracePt t="54312" x="3776663" y="4268788"/>
          <p14:tracePt t="54319" x="3590925" y="4281488"/>
          <p14:tracePt t="54327" x="3419475" y="4321175"/>
          <p14:tracePt t="54334" x="3273425" y="4321175"/>
          <p14:tracePt t="54341" x="3167063" y="4348163"/>
          <p14:tracePt t="54347" x="3100388" y="4348163"/>
          <p14:tracePt t="54354" x="3021013" y="4387850"/>
          <p14:tracePt t="54361" x="2955925" y="4414838"/>
          <p14:tracePt t="54369" x="2889250" y="4454525"/>
          <p14:tracePt t="54376" x="2849563" y="4467225"/>
          <p14:tracePt t="54385" x="2782888" y="4494213"/>
          <p14:tracePt t="54390" x="2755900" y="4521200"/>
          <p14:tracePt t="54398" x="2730500" y="4546600"/>
          <p14:tracePt t="54404" x="2676525" y="4586288"/>
          <p14:tracePt t="54412" x="2663825" y="4600575"/>
          <p14:tracePt t="54421" x="2636838" y="4652963"/>
          <p14:tracePt t="54426" x="2611438" y="4692650"/>
          <p14:tracePt t="54434" x="2584450" y="4745038"/>
          <p14:tracePt t="54440" x="2570163" y="4786313"/>
          <p14:tracePt t="54447" x="2570163" y="4799013"/>
          <p14:tracePt t="54455" x="2570163" y="4826000"/>
          <p14:tracePt t="54462" x="2570163" y="4851400"/>
          <p14:tracePt t="54470" x="2570163" y="4865688"/>
          <p14:tracePt t="54476" x="2597150" y="4930775"/>
          <p14:tracePt t="54485" x="2624138" y="4945063"/>
          <p14:tracePt t="54491" x="2663825" y="4970463"/>
          <p14:tracePt t="54499" x="2755900" y="5024438"/>
          <p14:tracePt t="54505" x="2862263" y="5037138"/>
          <p14:tracePt t="54512" x="2995613" y="5076825"/>
          <p14:tracePt t="54519" x="3074988" y="5064125"/>
          <p14:tracePt t="54525" x="3221038" y="5076825"/>
          <p14:tracePt t="54534" x="3444875" y="5064125"/>
          <p14:tracePt t="54540" x="3684588" y="5024438"/>
          <p14:tracePt t="54547" x="3910013" y="5010150"/>
          <p14:tracePt t="54554" x="4002088" y="4984750"/>
          <p14:tracePt t="54562" x="4175125" y="4945063"/>
          <p14:tracePt t="54568" x="4413250" y="4891088"/>
          <p14:tracePt t="54576" x="4584700" y="4865688"/>
          <p14:tracePt t="54584" x="4745038" y="4811713"/>
          <p14:tracePt t="54590" x="4864100" y="4786313"/>
          <p14:tracePt t="54597" x="4956175" y="4745038"/>
          <p14:tracePt t="54605" x="5008563" y="4719638"/>
          <p14:tracePt t="54618" x="5248275" y="4613275"/>
          <p14:tracePt t="54625" x="5313363" y="4586288"/>
          <p14:tracePt t="54634" x="5367338" y="4560888"/>
          <p14:tracePt t="54640" x="5434013" y="4533900"/>
          <p14:tracePt t="54647" x="5499100" y="4521200"/>
          <p14:tracePt t="54655" x="5513388" y="4494213"/>
          <p14:tracePt t="54661" x="5526088" y="4494213"/>
          <p14:tracePt t="54668" x="5526088" y="4479925"/>
          <p14:tracePt t="54685" x="5538788" y="4479925"/>
          <p14:tracePt t="54691" x="5538788" y="4467225"/>
          <p14:tracePt t="54705" x="5553075" y="4440238"/>
          <p14:tracePt t="54712" x="5553075" y="4414838"/>
          <p14:tracePt t="54718" x="5526088" y="4360863"/>
          <p14:tracePt t="54726" x="5486400" y="4321175"/>
          <p14:tracePt t="54734" x="5367338" y="4214813"/>
          <p14:tracePt t="54741" x="5221288" y="4122738"/>
          <p14:tracePt t="54749" x="5075238" y="4070350"/>
          <p14:tracePt t="54755" x="4983163" y="4030663"/>
          <p14:tracePt t="54762" x="4903788" y="3990975"/>
          <p14:tracePt t="54770" x="4757738" y="3949700"/>
          <p14:tracePt t="54776" x="4572000" y="3897313"/>
          <p14:tracePt t="54785" x="4398963" y="3884613"/>
          <p14:tracePt t="54791" x="4279900" y="3884613"/>
          <p14:tracePt t="54798" x="4135438" y="3897313"/>
          <p14:tracePt t="54805" x="4002088" y="3910013"/>
          <p14:tracePt t="54812" x="3895725" y="3924300"/>
          <p14:tracePt t="54819" x="3684588" y="3949700"/>
          <p14:tracePt t="54826" x="3551238" y="3976688"/>
          <p14:tracePt t="54834" x="3405188" y="4003675"/>
          <p14:tracePt t="54841" x="3300413" y="4043363"/>
          <p14:tracePt t="54848" x="3221038" y="4070350"/>
          <p14:tracePt t="54854" x="3167063" y="4083050"/>
          <p14:tracePt t="54862" x="3074988" y="4110038"/>
          <p14:tracePt t="54869" x="3008313" y="4122738"/>
          <p14:tracePt t="54876" x="2968625" y="4149725"/>
          <p14:tracePt t="54884" x="2916238" y="4175125"/>
          <p14:tracePt t="54890" x="2901950" y="4189413"/>
          <p14:tracePt t="54899" x="2862263" y="4214813"/>
          <p14:tracePt t="54905" x="2835275" y="4241800"/>
          <p14:tracePt t="54912" x="2795588" y="4268788"/>
          <p14:tracePt t="54918" x="2795588" y="4281488"/>
          <p14:tracePt t="54926" x="2770188" y="4308475"/>
          <p14:tracePt t="54934" x="2755900" y="4348163"/>
          <p14:tracePt t="54940" x="2755900" y="4375150"/>
          <p14:tracePt t="54949" x="2755900" y="4387850"/>
          <p14:tracePt t="54955" x="2755900" y="4400550"/>
          <p14:tracePt t="54969" x="2770188" y="4440238"/>
          <p14:tracePt t="54976" x="2782888" y="4454525"/>
          <p14:tracePt t="54985" x="2835275" y="4479925"/>
          <p14:tracePt t="54991" x="2901950" y="4521200"/>
          <p14:tracePt t="54997" x="2968625" y="4560888"/>
          <p14:tracePt t="55005" x="3060700" y="4586288"/>
          <p14:tracePt t="55012" x="3127375" y="4613275"/>
          <p14:tracePt t="55019" x="3167063" y="4625975"/>
          <p14:tracePt t="55026" x="3246438" y="4625975"/>
          <p14:tracePt t="55034" x="3352800" y="4625975"/>
          <p14:tracePt t="55040" x="3444875" y="4625975"/>
          <p14:tracePt t="55048" x="3565525" y="4625975"/>
          <p14:tracePt t="55055" x="3684588" y="4625975"/>
          <p14:tracePt t="55062" x="3789363" y="4613275"/>
          <p14:tracePt t="55068" x="3870325" y="4600575"/>
          <p14:tracePt t="55076" x="3949700" y="4586288"/>
          <p14:tracePt t="55084" x="4041775" y="4560888"/>
          <p14:tracePt t="55090" x="4160838" y="4506913"/>
          <p14:tracePt t="55098" x="4294188" y="4479925"/>
          <p14:tracePt t="55104" x="4413250" y="4454525"/>
          <p14:tracePt t="55112" x="4505325" y="4454525"/>
          <p14:tracePt t="55119" x="4584700" y="4414838"/>
          <p14:tracePt t="55126" x="4651375" y="4414838"/>
          <p14:tracePt t="55134" x="4691063" y="4400550"/>
          <p14:tracePt t="55140" x="4730750" y="4400550"/>
          <p14:tracePt t="55147" x="4757738" y="4387850"/>
          <p14:tracePt t="55154" x="4784725" y="4375150"/>
          <p14:tracePt t="55161" x="4810125" y="4375150"/>
          <p14:tracePt t="55168" x="4824413" y="4375150"/>
          <p14:tracePt t="55175" x="4864100" y="4360863"/>
          <p14:tracePt t="55204" x="4864100" y="4348163"/>
          <p14:tracePt t="55211" x="4876800" y="4348163"/>
          <p14:tracePt t="55240" x="4889500" y="4348163"/>
          <p14:tracePt t="55247" x="4956175" y="4335463"/>
          <p14:tracePt t="55255" x="4968875" y="4335463"/>
          <p14:tracePt t="55261" x="4995863" y="4321175"/>
          <p14:tracePt t="55268" x="5035550" y="4308475"/>
          <p14:tracePt t="55276" x="5075238" y="4295775"/>
          <p14:tracePt t="55284" x="5102225" y="4295775"/>
          <p14:tracePt t="55290" x="5141913" y="4281488"/>
          <p14:tracePt t="55298" x="5168900" y="4281488"/>
          <p14:tracePt t="55304" x="5181600" y="4268788"/>
          <p14:tracePt t="55312" x="5194300" y="4268788"/>
          <p14:tracePt t="55318" x="5233988" y="4268788"/>
          <p14:tracePt t="55326" x="5248275" y="4268788"/>
          <p14:tracePt t="55355" x="5260975" y="4268788"/>
          <p14:tracePt t="55383" x="5273675" y="4268788"/>
          <p14:tracePt t="55564" x="5273675" y="4281488"/>
          <p14:tracePt t="55600" x="5287963" y="4281488"/>
          <p14:tracePt t="55614" x="5313363" y="4281488"/>
          <p14:tracePt t="57121" x="5300663" y="4281488"/>
          <p14:tracePt t="57150" x="5287963" y="4281488"/>
          <p14:tracePt t="57170" x="5287963" y="4295775"/>
          <p14:tracePt t="57177" x="5273675" y="4295775"/>
          <p14:tracePt t="57184" x="5233988" y="4308475"/>
          <p14:tracePt t="57198" x="5208588" y="4321175"/>
          <p14:tracePt t="57204" x="5194300" y="4321175"/>
          <p14:tracePt t="57212" x="5181600" y="4335463"/>
          <p14:tracePt t="57219" x="5141913" y="4335463"/>
          <p14:tracePt t="57226" x="5129213" y="4348163"/>
          <p14:tracePt t="57234" x="5114925" y="4348163"/>
          <p14:tracePt t="57249" x="5102225" y="4360863"/>
          <p14:tracePt t="57254" x="5089525" y="4360863"/>
          <p14:tracePt t="57268" x="5062538" y="4360863"/>
          <p14:tracePt t="57284" x="5035550" y="4360863"/>
          <p14:tracePt t="57304" x="5008563" y="4360863"/>
          <p14:tracePt t="57311" x="4995863" y="4360863"/>
          <p14:tracePt t="57325" x="4983163" y="4360863"/>
          <p14:tracePt t="57333" x="4968875" y="4360863"/>
          <p14:tracePt t="57368" x="4956175" y="4360863"/>
          <p14:tracePt t="57432" x="4943475" y="4360863"/>
          <p14:tracePt t="57468" x="4943475" y="4375150"/>
          <p14:tracePt t="58120" x="4929188" y="4387850"/>
          <p14:tracePt t="58148" x="4916488" y="4387850"/>
          <p14:tracePt t="58177" x="4916488" y="4400550"/>
          <p14:tracePt t="58241" x="4916488" y="4414838"/>
          <p14:tracePt t="58299" x="4943475" y="4440238"/>
          <p14:tracePt t="58307" x="4943475" y="4454525"/>
          <p14:tracePt t="58315" x="4968875" y="4467225"/>
          <p14:tracePt t="58318" x="4995863" y="4467225"/>
          <p14:tracePt t="58325" x="5035550" y="4479925"/>
          <p14:tracePt t="58332" x="5062538" y="4506913"/>
          <p14:tracePt t="58339" x="5114925" y="4521200"/>
          <p14:tracePt t="58347" x="5154613" y="4533900"/>
          <p14:tracePt t="58354" x="5181600" y="4560888"/>
          <p14:tracePt t="58362" x="5221288" y="4586288"/>
          <p14:tracePt t="58367" x="5260975" y="4586288"/>
          <p14:tracePt t="58375" x="5273675" y="4600575"/>
          <p14:tracePt t="58381" x="5313363" y="4625975"/>
          <p14:tracePt t="58389" x="5340350" y="4640263"/>
          <p14:tracePt t="58397" x="5394325" y="4665663"/>
          <p14:tracePt t="58404" x="5407025" y="4679950"/>
          <p14:tracePt t="58411" x="5446713" y="4692650"/>
          <p14:tracePt t="58417" x="5486400" y="4705350"/>
          <p14:tracePt t="58425" x="5526088" y="4705350"/>
          <p14:tracePt t="58432" x="5565775" y="4719638"/>
          <p14:tracePt t="58439" x="5592763" y="4732338"/>
          <p14:tracePt t="58446" x="5645150" y="4745038"/>
          <p14:tracePt t="58454" x="5672138" y="4745038"/>
          <p14:tracePt t="58460" x="5724525" y="4759325"/>
          <p14:tracePt t="58467" x="5791200" y="4786313"/>
          <p14:tracePt t="58475" x="5803900" y="4799013"/>
          <p14:tracePt t="58482" x="5857875" y="4799013"/>
          <p14:tracePt t="58489" x="5870575" y="4799013"/>
          <p14:tracePt t="58498" x="5897563" y="4826000"/>
          <p14:tracePt t="58504" x="5910263" y="4826000"/>
          <p14:tracePt t="58512" x="5949950" y="4838700"/>
          <p14:tracePt t="58517" x="5964238" y="4838700"/>
          <p14:tracePt t="58525" x="5976938" y="4838700"/>
          <p14:tracePt t="58532" x="5989638" y="4851400"/>
          <p14:tracePt t="58539" x="6016625" y="4851400"/>
          <p14:tracePt t="58547" x="6043613" y="4851400"/>
          <p14:tracePt t="58553" x="6083300" y="4878388"/>
          <p14:tracePt t="58561" x="6096000" y="4878388"/>
          <p14:tracePt t="58567" x="6162675" y="4891088"/>
          <p14:tracePt t="58576" x="6227763" y="4891088"/>
          <p14:tracePt t="58585" x="6242050" y="4891088"/>
          <p14:tracePt t="58591" x="6334125" y="4905375"/>
          <p14:tracePt t="58600" x="6400800" y="4905375"/>
          <p14:tracePt t="58604" x="6427788" y="4905375"/>
          <p14:tracePt t="58611" x="6492875" y="4918075"/>
          <p14:tracePt t="58631" x="6626225" y="4918075"/>
          <p14:tracePt t="58638" x="6692900" y="4905375"/>
          <p14:tracePt t="58647" x="6745288" y="4905375"/>
          <p14:tracePt t="58653" x="6837363" y="4905375"/>
          <p14:tracePt t="58661" x="6904038" y="4905375"/>
          <p14:tracePt t="58667" x="6970713" y="4891088"/>
          <p14:tracePt t="58674" x="7010400" y="4878388"/>
          <p14:tracePt t="58681" x="7037388" y="4878388"/>
          <p14:tracePt t="58688" x="7089775" y="4878388"/>
          <p14:tracePt t="58697" x="7102475" y="4878388"/>
          <p14:tracePt t="58705" x="7116763" y="4878388"/>
          <p14:tracePt t="58711" x="7129463" y="4878388"/>
          <p14:tracePt t="58754" x="7142163" y="4878388"/>
          <p14:tracePt t="58789" x="7156450" y="4878388"/>
          <p14:tracePt t="58855" x="7156450" y="4891088"/>
          <p14:tracePt t="59897" x="7142163" y="4905375"/>
          <p14:tracePt t="59912" x="7129463" y="4905375"/>
          <p14:tracePt t="59920" x="7116763" y="4905375"/>
          <p14:tracePt t="59932" x="7102475" y="4905375"/>
          <p14:tracePt t="59939" x="7089775" y="4905375"/>
          <p14:tracePt t="59961" x="7077075" y="4905375"/>
          <p14:tracePt t="59967" x="7062788" y="4905375"/>
          <p14:tracePt t="59988" x="7050088" y="4918075"/>
          <p14:tracePt t="59994" x="7037388" y="4918075"/>
          <p14:tracePt t="60010" x="6997700" y="4930775"/>
          <p14:tracePt t="60024" x="6983413" y="4930775"/>
          <p14:tracePt t="60031" x="6958013" y="4930775"/>
          <p14:tracePt t="60038" x="6918325" y="4930775"/>
          <p14:tracePt t="60045" x="6904038" y="4930775"/>
          <p14:tracePt t="60053" x="6878638" y="4930775"/>
          <p14:tracePt t="60061" x="6864350" y="4930775"/>
          <p14:tracePt t="60068" x="6824663" y="4930775"/>
          <p14:tracePt t="60074" x="6797675" y="4930775"/>
          <p14:tracePt t="60095" x="6784975" y="4930775"/>
          <p14:tracePt t="60103" x="6772275" y="4930775"/>
          <p14:tracePt t="60112" x="6757988" y="4930775"/>
          <p14:tracePt t="60117" x="6732588" y="4930775"/>
          <p14:tracePt t="60131" x="6718300" y="4930775"/>
          <p14:tracePt t="60146" x="6705600" y="4930775"/>
          <p14:tracePt t="60153" x="6692900" y="4930775"/>
          <p14:tracePt t="60162" x="6678613" y="4930775"/>
          <p14:tracePt t="60167" x="6665913" y="4930775"/>
          <p14:tracePt t="60175" x="6653213" y="4930775"/>
          <p14:tracePt t="60181" x="6638925" y="4930775"/>
          <p14:tracePt t="60189" x="6626225" y="4930775"/>
          <p14:tracePt t="60204" x="6599238" y="4930775"/>
          <p14:tracePt t="60211" x="6586538" y="4930775"/>
          <p14:tracePt t="60217" x="6573838" y="4930775"/>
          <p14:tracePt t="60224" x="6559550" y="4930775"/>
          <p14:tracePt t="60232" x="6546850" y="4930775"/>
          <p14:tracePt t="60245" x="6519863" y="4930775"/>
          <p14:tracePt t="60267" x="6507163" y="4930775"/>
          <p14:tracePt t="60281" x="6492875" y="4930775"/>
          <p14:tracePt t="60288" x="6480175" y="4930775"/>
          <p14:tracePt t="60312" x="6467475" y="4918075"/>
          <p14:tracePt t="60326" x="6453188" y="4918075"/>
          <p14:tracePt t="60369" x="6440488" y="4918075"/>
          <p14:tracePt t="60404" x="6427788" y="4918075"/>
          <p14:tracePt t="60525" x="6440488" y="4918075"/>
          <p14:tracePt t="60539" x="6453188" y="4918075"/>
          <p14:tracePt t="60545" x="6467475" y="4905375"/>
          <p14:tracePt t="60553" x="6492875" y="4905375"/>
          <p14:tracePt t="60575" x="6519863" y="4905375"/>
          <p14:tracePt t="60581" x="6532563" y="4905375"/>
          <p14:tracePt t="60595" x="6546850" y="4905375"/>
          <p14:tracePt t="60611" x="6559550" y="4905375"/>
          <p14:tracePt t="60631" x="6573838" y="4905375"/>
          <p14:tracePt t="60645" x="6586538" y="4905375"/>
          <p14:tracePt t="60667" x="6599238" y="4905375"/>
          <p14:tracePt t="60732" x="6613525" y="4905375"/>
          <p14:tracePt t="60989" x="6613525" y="4918075"/>
          <p14:tracePt t="61011" x="6599238" y="4918075"/>
          <p14:tracePt t="61119" x="6586538" y="4918075"/>
          <p14:tracePt t="61183" x="6573838" y="4918075"/>
          <p14:tracePt t="62383" x="6573838" y="4930775"/>
          <p14:tracePt t="63416" x="6559550" y="4930775"/>
          <p14:tracePt t="63425" x="6546850" y="4930775"/>
          <p14:tracePt t="63431" x="6532563" y="4930775"/>
          <p14:tracePt t="63437" x="6507163" y="4930775"/>
          <p14:tracePt t="63445" x="6480175" y="4930775"/>
          <p14:tracePt t="63452" x="6453188" y="4930775"/>
          <p14:tracePt t="63458" x="6427788" y="4930775"/>
          <p14:tracePt t="63466" x="6413500" y="4930775"/>
          <p14:tracePt t="63473" x="6400800" y="4930775"/>
          <p14:tracePt t="63480" x="6361113" y="4930775"/>
          <p14:tracePt t="63487" x="6334125" y="4930775"/>
          <p14:tracePt t="63502" x="6308725" y="4918075"/>
          <p14:tracePt t="63509" x="6281738" y="4918075"/>
          <p14:tracePt t="63515" x="6242050" y="4905375"/>
          <p14:tracePt t="63525" x="6215063" y="4905375"/>
          <p14:tracePt t="63530" x="6175375" y="4905375"/>
          <p14:tracePt t="63538" x="6162675" y="4905375"/>
          <p14:tracePt t="63544" x="6122988" y="4905375"/>
          <p14:tracePt t="63553" x="6083300" y="4905375"/>
          <p14:tracePt t="63558" x="6056313" y="4905375"/>
          <p14:tracePt t="63566" x="6029325" y="4905375"/>
          <p14:tracePt t="63574" x="5976938" y="4905375"/>
          <p14:tracePt t="63579" x="5937250" y="4918075"/>
          <p14:tracePt t="63587" x="5870575" y="4918075"/>
          <p14:tracePt t="63595" x="5803900" y="4930775"/>
          <p14:tracePt t="63602" x="5764213" y="4930775"/>
          <p14:tracePt t="63609" x="5724525" y="4930775"/>
          <p14:tracePt t="63616" x="5659438" y="4945063"/>
          <p14:tracePt t="63625" x="5592763" y="4945063"/>
          <p14:tracePt t="63630" x="5513388" y="4945063"/>
          <p14:tracePt t="63638" x="5459413" y="4970463"/>
          <p14:tracePt t="63644" x="5367338" y="4957763"/>
          <p14:tracePt t="63652" x="5313363" y="4957763"/>
          <p14:tracePt t="63659" x="5221288" y="4970463"/>
          <p14:tracePt t="63665" x="5154613" y="4970463"/>
          <p14:tracePt t="63676" x="5102225" y="4970463"/>
          <p14:tracePt t="63680" x="5035550" y="4984750"/>
          <p14:tracePt t="63687" x="5008563" y="4984750"/>
          <p14:tracePt t="63695" x="4968875" y="4984750"/>
          <p14:tracePt t="63702" x="4916488" y="4984750"/>
          <p14:tracePt t="63709" x="4889500" y="4984750"/>
          <p14:tracePt t="63716" x="4864100" y="4970463"/>
          <p14:tracePt t="63725" x="4837113" y="4970463"/>
          <p14:tracePt t="63730" x="4797425" y="4970463"/>
          <p14:tracePt t="63744" x="4745038" y="4970463"/>
          <p14:tracePt t="63753" x="4718050" y="4970463"/>
          <p14:tracePt t="63758" x="4703763" y="4970463"/>
          <p14:tracePt t="63765" x="4664075" y="4970463"/>
          <p14:tracePt t="63775" x="4598988" y="4970463"/>
          <p14:tracePt t="63780" x="4559300" y="4970463"/>
          <p14:tracePt t="63788" x="4492625" y="4970463"/>
          <p14:tracePt t="63794" x="4452938" y="4970463"/>
          <p14:tracePt t="63801" x="4359275" y="4970463"/>
          <p14:tracePt t="63807" x="4294188" y="4984750"/>
          <p14:tracePt t="63815" x="4254500" y="4984750"/>
          <p14:tracePt t="63823" x="4175125" y="4984750"/>
          <p14:tracePt t="63830" x="4135438" y="4984750"/>
          <p14:tracePt t="63838" x="4081463" y="4984750"/>
          <p14:tracePt t="63844" x="4014788" y="4984750"/>
          <p14:tracePt t="63852" x="3895725" y="5010150"/>
          <p14:tracePt t="63858" x="3856038" y="5010150"/>
          <p14:tracePt t="63866" x="3789363" y="5010150"/>
          <p14:tracePt t="63875" x="3709988" y="5010150"/>
          <p14:tracePt t="63880" x="3630613" y="5010150"/>
          <p14:tracePt t="63887" x="3578225" y="4997450"/>
          <p14:tracePt t="63894" x="3538538" y="4997450"/>
          <p14:tracePt t="63902" x="3459163" y="4970463"/>
          <p14:tracePt t="63909" x="3419475" y="4970463"/>
          <p14:tracePt t="63916" x="3352800" y="4957763"/>
          <p14:tracePt t="63926" x="3300413" y="4945063"/>
          <p14:tracePt t="63930" x="3221038" y="4945063"/>
          <p14:tracePt t="63937" x="3167063" y="4930775"/>
          <p14:tracePt t="63946" x="3127375" y="4930775"/>
          <p14:tracePt t="63951" x="3087688" y="4930775"/>
          <p14:tracePt t="63960" x="3035300" y="4918075"/>
          <p14:tracePt t="63966" x="3008313" y="4918075"/>
          <p14:tracePt t="63974" x="2995613" y="4918075"/>
          <p14:tracePt t="63980" x="2981325" y="4905375"/>
          <p14:tracePt t="63988" x="2968625" y="4905375"/>
          <p14:tracePt t="64016" x="2955925" y="4905375"/>
          <p14:tracePt t="64103" x="2968625" y="4905375"/>
          <p14:tracePt t="64139" x="2981325" y="4905375"/>
          <p14:tracePt t="64146" x="2995613" y="4905375"/>
          <p14:tracePt t="64159" x="3021013" y="4905375"/>
          <p14:tracePt t="64167" x="3074988" y="4905375"/>
          <p14:tracePt t="64177" x="3100388" y="4905375"/>
          <p14:tracePt t="64181" x="3154363" y="4891088"/>
          <p14:tracePt t="64187" x="3194050" y="4891088"/>
          <p14:tracePt t="64195" x="3246438" y="4891088"/>
          <p14:tracePt t="64201" x="3300413" y="4891088"/>
          <p14:tracePt t="64208" x="3340100" y="4891088"/>
          <p14:tracePt t="64216" x="3392488" y="4891088"/>
          <p14:tracePt t="64224" x="3432175" y="4891088"/>
          <p14:tracePt t="64230" x="3498850" y="4905375"/>
          <p14:tracePt t="64239" x="3551238" y="4905375"/>
          <p14:tracePt t="64245" x="3617913" y="4918075"/>
          <p14:tracePt t="64252" x="3697288" y="4918075"/>
          <p14:tracePt t="64259" x="3749675" y="4918075"/>
          <p14:tracePt t="64266" x="3816350" y="4918075"/>
          <p14:tracePt t="64274" x="3856038" y="4918075"/>
          <p14:tracePt t="64280" x="3922713" y="4918075"/>
          <p14:tracePt t="64288" x="3989388" y="4918075"/>
          <p14:tracePt t="64295" x="4029075" y="4918075"/>
          <p14:tracePt t="64302" x="4094163" y="4918075"/>
          <p14:tracePt t="64309" x="4200525" y="4918075"/>
          <p14:tracePt t="64316" x="4294188" y="4918075"/>
          <p14:tracePt t="64325" x="4359275" y="4918075"/>
          <p14:tracePt t="64330" x="4505325" y="4905375"/>
          <p14:tracePt t="64337" x="4611688" y="4878388"/>
          <p14:tracePt t="64344" x="4703763" y="4865688"/>
          <p14:tracePt t="64352" x="4770438" y="4851400"/>
          <p14:tracePt t="64358" x="4903788" y="4826000"/>
          <p14:tracePt t="64366" x="5022850" y="4811713"/>
          <p14:tracePt t="64375" x="5168900" y="4799013"/>
          <p14:tracePt t="64380" x="5221288" y="4799013"/>
          <p14:tracePt t="64387" x="5367338" y="4786313"/>
          <p14:tracePt t="64394" x="5394325" y="4786313"/>
          <p14:tracePt t="64401" x="5434013" y="4786313"/>
          <p14:tracePt t="64408" x="5459413" y="4786313"/>
          <p14:tracePt t="64415" x="5486400" y="4786313"/>
          <p14:tracePt t="64424" x="5499100" y="4786313"/>
          <p14:tracePt t="64429" x="5513388" y="4786313"/>
          <p14:tracePt t="64444" x="5526088" y="4786313"/>
          <p14:tracePt t="64494" x="5538788" y="4786313"/>
          <p14:tracePt t="64545" x="5553075" y="4799013"/>
          <p14:tracePt t="64595" x="5553075" y="4811713"/>
          <p14:tracePt t="64631" x="5513388" y="4811713"/>
          <p14:tracePt t="64639" x="5473700" y="4826000"/>
          <p14:tracePt t="64645" x="5367338" y="4826000"/>
          <p14:tracePt t="64652" x="5287963" y="4838700"/>
          <p14:tracePt t="64659" x="5194300" y="4851400"/>
          <p14:tracePt t="64668" x="5114925" y="4851400"/>
          <p14:tracePt t="64674" x="4995863" y="4865688"/>
          <p14:tracePt t="64680" x="4916488" y="4878388"/>
          <p14:tracePt t="64688" x="4876800" y="4878388"/>
          <p14:tracePt t="64696" x="4797425" y="4891088"/>
          <p14:tracePt t="64702" x="4757738" y="4905375"/>
          <p14:tracePt t="64708" x="4651375" y="4930775"/>
          <p14:tracePt t="64715" x="4584700" y="4957763"/>
          <p14:tracePt t="64725" x="4519613" y="4970463"/>
          <p14:tracePt t="64730" x="4386263" y="4997450"/>
          <p14:tracePt t="64738" x="4306888" y="5010150"/>
          <p14:tracePt t="64745" x="4227513" y="5010150"/>
          <p14:tracePt t="64752" x="4148138" y="5010150"/>
          <p14:tracePt t="64760" x="4121150" y="5024438"/>
          <p14:tracePt t="64766" x="4068763" y="5024438"/>
          <p14:tracePt t="64775" x="3989388" y="5051425"/>
          <p14:tracePt t="64781" x="3949700" y="5051425"/>
          <p14:tracePt t="64788" x="3883025" y="5051425"/>
          <p14:tracePt t="64795" x="3843338" y="5064125"/>
          <p14:tracePt t="64802" x="3803650" y="5064125"/>
          <p14:tracePt t="64808" x="3776663" y="5064125"/>
          <p14:tracePt t="64816" x="3749675" y="5076825"/>
          <p14:tracePt t="64826" x="3709988" y="5076825"/>
          <p14:tracePt t="64830" x="3670300" y="5076825"/>
          <p14:tracePt t="64838" x="3644900" y="5076825"/>
          <p14:tracePt t="64845" x="3578225" y="5076825"/>
          <p14:tracePt t="64852" x="3565525" y="5076825"/>
          <p14:tracePt t="64859" x="3525838" y="5076825"/>
          <p14:tracePt t="64866" x="3511550" y="5076825"/>
          <p14:tracePt t="64875" x="3484563" y="5076825"/>
          <p14:tracePt t="64881" x="3471863" y="5076825"/>
          <p14:tracePt t="64888" x="3459163" y="5076825"/>
          <p14:tracePt t="64894" x="3432175" y="5076825"/>
          <p14:tracePt t="64902" x="3432175" y="5064125"/>
          <p14:tracePt t="64916" x="3405188" y="5024438"/>
          <p14:tracePt t="65202" x="3352800" y="5024438"/>
          <p14:tracePt t="65209" x="3300413" y="5024438"/>
          <p14:tracePt t="65216" x="3260725" y="5010150"/>
          <p14:tracePt t="65225" x="3179763" y="5010150"/>
          <p14:tracePt t="65230" x="3140075" y="4997450"/>
          <p14:tracePt t="65238" x="3114675" y="4997450"/>
          <p14:tracePt t="65244" x="3060700" y="4997450"/>
          <p14:tracePt t="65252" x="2995613" y="4997450"/>
          <p14:tracePt t="65259" x="2901950" y="4997450"/>
          <p14:tracePt t="65266" x="2782888" y="4984750"/>
          <p14:tracePt t="65274" x="2663825" y="4984750"/>
          <p14:tracePt t="65280" x="2597150" y="4984750"/>
          <p14:tracePt t="65288" x="2490788" y="4970463"/>
          <p14:tracePt t="65295" x="2398713" y="4970463"/>
          <p14:tracePt t="65301" x="2359025" y="4957763"/>
          <p14:tracePt t="65309" x="2306638" y="4957763"/>
          <p14:tracePt t="65316" x="2265363" y="4957763"/>
          <p14:tracePt t="65325" x="2185988" y="4945063"/>
          <p14:tracePt t="65330" x="2146300" y="4945063"/>
          <p14:tracePt t="65338" x="2066925" y="4945063"/>
          <p14:tracePt t="65345" x="2027238" y="4945063"/>
          <p14:tracePt t="65353" x="1960563" y="4945063"/>
          <p14:tracePt t="65357" x="1935163" y="4945063"/>
          <p14:tracePt t="65365" x="1868488" y="4945063"/>
          <p14:tracePt t="65373" x="1828800" y="4945063"/>
          <p14:tracePt t="65380" x="1776413" y="4945063"/>
          <p14:tracePt t="65387" x="1749425" y="4945063"/>
          <p14:tracePt t="65393" x="1709738" y="4945063"/>
          <p14:tracePt t="65401" x="1655763" y="4945063"/>
          <p14:tracePt t="65408" x="1643063" y="4945063"/>
          <p14:tracePt t="65415" x="1616075" y="4945063"/>
          <p14:tracePt t="65424" x="1576388" y="4945063"/>
          <p14:tracePt t="65429" x="1563688" y="4957763"/>
          <p14:tracePt t="65444" x="1550988" y="4957763"/>
          <p14:tracePt t="65473" x="1536700" y="4957763"/>
          <p14:tracePt t="65538" x="1536700" y="4945063"/>
          <p14:tracePt t="65559" x="1550988" y="4945063"/>
          <p14:tracePt t="65566" x="1563688" y="4945063"/>
          <p14:tracePt t="65573" x="1590675" y="4945063"/>
          <p14:tracePt t="65580" x="1630363" y="4945063"/>
          <p14:tracePt t="65588" x="1655763" y="4945063"/>
          <p14:tracePt t="65594" x="1722438" y="4945063"/>
          <p14:tracePt t="65609" x="1881188" y="4930775"/>
          <p14:tracePt t="65618" x="1987550" y="4930775"/>
          <p14:tracePt t="65624" x="2081213" y="4930775"/>
          <p14:tracePt t="65630" x="2200275" y="4930775"/>
          <p14:tracePt t="65638" x="2306638" y="4930775"/>
          <p14:tracePt t="65644" x="2371725" y="4930775"/>
          <p14:tracePt t="65652" x="2438400" y="4905375"/>
          <p14:tracePt t="65659" x="2584450" y="4905375"/>
          <p14:tracePt t="65666" x="2676525" y="4905375"/>
          <p14:tracePt t="65674" x="2809875" y="4905375"/>
          <p14:tracePt t="65680" x="2889250" y="4891088"/>
          <p14:tracePt t="65688" x="3008313" y="4891088"/>
          <p14:tracePt t="65695" x="3048000" y="4891088"/>
          <p14:tracePt t="65701" x="3087688" y="4878388"/>
          <p14:tracePt t="65708" x="3167063" y="4878388"/>
          <p14:tracePt t="65716" x="3260725" y="4865688"/>
          <p14:tracePt t="65724" x="3313113" y="4865688"/>
          <p14:tracePt t="65730" x="3419475" y="4851400"/>
          <p14:tracePt t="65739" x="3538538" y="4826000"/>
          <p14:tracePt t="65746" x="3605213" y="4826000"/>
          <p14:tracePt t="65751" x="3749675" y="4826000"/>
          <p14:tracePt t="65758" x="3803650" y="4811713"/>
          <p14:tracePt t="65765" x="3870325" y="4786313"/>
          <p14:tracePt t="65772" x="3949700" y="4745038"/>
          <p14:tracePt t="65779" x="4041775" y="4745038"/>
          <p14:tracePt t="65787" x="4121150" y="4745038"/>
          <p14:tracePt t="65794" x="4175125" y="4719638"/>
          <p14:tracePt t="65801" x="4227513" y="4719638"/>
          <p14:tracePt t="65807" x="4267200" y="4705350"/>
          <p14:tracePt t="65815" x="4306888" y="4705350"/>
          <p14:tracePt t="65824" x="4333875" y="4705350"/>
          <p14:tracePt t="65830" x="4359275" y="4705350"/>
          <p14:tracePt t="65844" x="4386263" y="4705350"/>
          <p14:tracePt t="65851" x="4398963" y="4705350"/>
          <p14:tracePt t="65865" x="4413250" y="4705350"/>
          <p14:tracePt t="65888" x="4425950" y="4705350"/>
          <p14:tracePt t="65939" x="4440238" y="4705350"/>
          <p14:tracePt t="65995" x="4413250" y="4719638"/>
          <p14:tracePt t="66004" x="4333875" y="4745038"/>
          <p14:tracePt t="66011" x="4254500" y="4772025"/>
          <p14:tracePt t="66020" x="4214813" y="4772025"/>
          <p14:tracePt t="66027" x="4068763" y="4811713"/>
          <p14:tracePt t="66034" x="3989388" y="4811713"/>
          <p14:tracePt t="66042" x="3935413" y="4826000"/>
          <p14:tracePt t="66047" x="3843338" y="4851400"/>
          <p14:tracePt t="66051" x="3749675" y="4851400"/>
          <p14:tracePt t="66058" x="3617913" y="4865688"/>
          <p14:tracePt t="66065" x="3538538" y="4878388"/>
          <p14:tracePt t="66075" x="3484563" y="4878388"/>
          <p14:tracePt t="66082" x="3379788" y="4905375"/>
          <p14:tracePt t="66088" x="3313113" y="4905375"/>
          <p14:tracePt t="66094" x="3206750" y="4918075"/>
          <p14:tracePt t="66101" x="3179763" y="4918075"/>
          <p14:tracePt t="66109" x="3114675" y="4918075"/>
          <p14:tracePt t="66116" x="3021013" y="4918075"/>
          <p14:tracePt t="66124" x="2941638" y="4918075"/>
          <p14:tracePt t="66130" x="2849563" y="4918075"/>
          <p14:tracePt t="66138" x="2795588" y="4918075"/>
          <p14:tracePt t="66144" x="2703513" y="4918075"/>
          <p14:tracePt t="66151" x="2651125" y="4918075"/>
          <p14:tracePt t="66158" x="2584450" y="4905375"/>
          <p14:tracePt t="66165" x="2530475" y="4905375"/>
          <p14:tracePt t="66174" x="2490788" y="4905375"/>
          <p14:tracePt t="66180" x="2478088" y="4905375"/>
          <p14:tracePt t="66188" x="2438400" y="4905375"/>
          <p14:tracePt t="66194" x="2398713" y="4905375"/>
          <p14:tracePt t="66204" x="2332038" y="4891088"/>
          <p14:tracePt t="66207" x="2319338" y="4891088"/>
          <p14:tracePt t="66215" x="2279650" y="4905375"/>
          <p14:tracePt t="66222" x="2252663" y="4905375"/>
          <p14:tracePt t="66230" x="2212975" y="4905375"/>
          <p14:tracePt t="66238" x="2200275" y="4905375"/>
          <p14:tracePt t="66251" x="2185988" y="4905375"/>
          <p14:tracePt t="66258" x="2173288" y="4905375"/>
          <p14:tracePt t="66295" x="2160588" y="4905375"/>
          <p14:tracePt t="66322" x="2146300" y="4905375"/>
          <p14:tracePt t="66405" x="2160588" y="4905375"/>
          <p14:tracePt t="66418" x="2200275" y="4891088"/>
          <p14:tracePt t="66425" x="2225675" y="4891088"/>
          <p14:tracePt t="66434" x="2265363" y="4891088"/>
          <p14:tracePt t="66441" x="2319338" y="4891088"/>
          <p14:tracePt t="66448" x="2346325" y="4891088"/>
          <p14:tracePt t="66454" x="2398713" y="4891088"/>
          <p14:tracePt t="66460" x="2490788" y="4891088"/>
          <p14:tracePt t="66466" x="2570163" y="4878388"/>
          <p14:tracePt t="66474" x="2690813" y="4865688"/>
          <p14:tracePt t="66480" x="2782888" y="4865688"/>
          <p14:tracePt t="66488" x="2928938" y="4865688"/>
          <p14:tracePt t="66496" x="3060700" y="4865688"/>
          <p14:tracePt t="66502" x="3100388" y="4865688"/>
          <p14:tracePt t="66509" x="3221038" y="4865688"/>
          <p14:tracePt t="66516" x="3340100" y="4865688"/>
          <p14:tracePt t="66522" x="3498850" y="4865688"/>
          <p14:tracePt t="66529" x="3617913" y="4865688"/>
          <p14:tracePt t="66537" x="3749675" y="4865688"/>
          <p14:tracePt t="66542" x="3856038" y="4865688"/>
          <p14:tracePt t="66550" x="3935413" y="4865688"/>
          <p14:tracePt t="66557" x="4002088" y="4865688"/>
          <p14:tracePt t="66564" x="4029075" y="4865688"/>
          <p14:tracePt t="66571" x="4108450" y="4865688"/>
          <p14:tracePt t="66578" x="4135438" y="4865688"/>
          <p14:tracePt t="66590" x="4175125" y="4865688"/>
          <p14:tracePt t="66594" x="4227513" y="4878388"/>
          <p14:tracePt t="66602" x="4254500" y="4878388"/>
          <p14:tracePt t="66609" x="4294188" y="4878388"/>
          <p14:tracePt t="66616" x="4306888" y="4878388"/>
          <p14:tracePt t="66630" x="4333875" y="4905375"/>
          <p14:tracePt t="66666" x="4346575" y="4905375"/>
          <p14:tracePt t="66755" x="4319588" y="4905375"/>
          <p14:tracePt t="66762" x="4294188" y="4918075"/>
          <p14:tracePt t="66774" x="4187825" y="4918075"/>
          <p14:tracePt t="66783" x="4160838" y="4918075"/>
          <p14:tracePt t="66793" x="4094163" y="4918075"/>
          <p14:tracePt t="66802" x="3962400" y="4930775"/>
          <p14:tracePt t="66809" x="3870325" y="4945063"/>
          <p14:tracePt t="66820" x="3736975" y="4945063"/>
          <p14:tracePt t="66825" x="3644900" y="4945063"/>
          <p14:tracePt t="66833" x="3498850" y="4945063"/>
          <p14:tracePt t="66840" x="3405188" y="4945063"/>
          <p14:tracePt t="66845" x="3300413" y="4945063"/>
          <p14:tracePt t="66853" x="3233738" y="4945063"/>
          <p14:tracePt t="66860" x="3127375" y="4945063"/>
          <p14:tracePt t="66867" x="3021013" y="4945063"/>
          <p14:tracePt t="66875" x="2889250" y="4945063"/>
          <p14:tracePt t="66880" x="2770188" y="4945063"/>
          <p14:tracePt t="66890" x="2636838" y="4945063"/>
          <p14:tracePt t="66896" x="2544763" y="4945063"/>
          <p14:tracePt t="66903" x="2451100" y="4945063"/>
          <p14:tracePt t="66911" x="2386013" y="4945063"/>
          <p14:tracePt t="66918" x="2292350" y="4945063"/>
          <p14:tracePt t="66925" x="2160588" y="4945063"/>
          <p14:tracePt t="66931" x="2093913" y="4945063"/>
          <p14:tracePt t="66940" x="2001838" y="4930775"/>
          <p14:tracePt t="66946" x="1935163" y="4930775"/>
          <p14:tracePt t="66955" x="1881188" y="4930775"/>
          <p14:tracePt t="66962" x="1816100" y="4930775"/>
          <p14:tracePt t="66968" x="1801813" y="4930775"/>
          <p14:tracePt t="66975" x="1776413" y="4918075"/>
          <p14:tracePt t="66981" x="1762125" y="4918075"/>
          <p14:tracePt t="66991" x="1722438" y="4918075"/>
          <p14:tracePt t="67003" x="1709738" y="4918075"/>
          <p14:tracePt t="67045" x="1697038" y="4918075"/>
          <p14:tracePt t="67117" x="1709738" y="4918075"/>
          <p14:tracePt t="67125" x="1762125" y="4918075"/>
          <p14:tracePt t="67132" x="1855788" y="4891088"/>
          <p14:tracePt t="67141" x="1947863" y="4891088"/>
          <p14:tracePt t="67145" x="2054225" y="4878388"/>
          <p14:tracePt t="67152" x="2200275" y="4878388"/>
          <p14:tracePt t="67158" x="2346325" y="4878388"/>
          <p14:tracePt t="67167" x="2425700" y="4865688"/>
          <p14:tracePt t="67175" x="2570163" y="4865688"/>
          <p14:tracePt t="67181" x="2743200" y="4865688"/>
          <p14:tracePt t="67195" x="3060700" y="4865688"/>
          <p14:tracePt t="67204" x="3206750" y="4865688"/>
          <p14:tracePt t="67208" x="3273425" y="4851400"/>
          <p14:tracePt t="67219" x="3432175" y="4851400"/>
          <p14:tracePt t="67225" x="3578225" y="4851400"/>
          <p14:tracePt t="67233" x="3749675" y="4851400"/>
          <p14:tracePt t="67240" x="3910013" y="4838700"/>
          <p14:tracePt t="67246" x="4054475" y="4838700"/>
          <p14:tracePt t="67252" x="4121150" y="4838700"/>
          <p14:tracePt t="67258" x="4267200" y="4838700"/>
          <p14:tracePt t="67266" x="4359275" y="4838700"/>
          <p14:tracePt t="67274" x="4465638" y="4851400"/>
          <p14:tracePt t="67281" x="4572000" y="4851400"/>
          <p14:tracePt t="67291" x="4638675" y="4865688"/>
          <p14:tracePt t="67297" x="4678363" y="4865688"/>
          <p14:tracePt t="67303" x="4730750" y="4865688"/>
          <p14:tracePt t="67310" x="4745038" y="4865688"/>
          <p14:tracePt t="67317" x="4757738" y="4865688"/>
          <p14:tracePt t="67330" x="4770438" y="4865688"/>
          <p14:tracePt t="67354" x="4770438" y="4891088"/>
          <p14:tracePt t="67389" x="4784725" y="4891088"/>
          <p14:tracePt t="67424" x="4784725" y="4905375"/>
          <p14:tracePt t="67445" x="4745038" y="4905375"/>
          <p14:tracePt t="67454" x="4638675" y="4905375"/>
          <p14:tracePt t="67457" x="4545013" y="4918075"/>
          <p14:tracePt t="67468" x="4413250" y="4930775"/>
          <p14:tracePt t="67475" x="4294188" y="4957763"/>
          <p14:tracePt t="67482" x="4240213" y="4957763"/>
          <p14:tracePt t="67489" x="4148138" y="4957763"/>
          <p14:tracePt t="67495" x="4002088" y="4997450"/>
          <p14:tracePt t="67503" x="3883025" y="4997450"/>
          <p14:tracePt t="67511" x="3736975" y="5024438"/>
          <p14:tracePt t="67516" x="3605213" y="5037138"/>
          <p14:tracePt t="67525" x="3444875" y="5051425"/>
          <p14:tracePt t="67533" x="3365500" y="5051425"/>
          <p14:tracePt t="67541" x="3273425" y="5064125"/>
          <p14:tracePt t="67548" x="3140075" y="5103813"/>
          <p14:tracePt t="67557" x="2995613" y="5130800"/>
          <p14:tracePt t="67562" x="2916238" y="5130800"/>
          <p14:tracePt t="67787" x="2319338" y="5103813"/>
          <p14:tracePt t="67794" x="2425700" y="5076825"/>
          <p14:tracePt t="67809" x="2570163" y="5051425"/>
          <p14:tracePt t="67815" x="2651125" y="5051425"/>
          <p14:tracePt t="67823" x="2822575" y="5010150"/>
          <p14:tracePt t="67833" x="2981325" y="4997450"/>
          <p14:tracePt t="67844" x="3300413" y="4984750"/>
          <p14:tracePt t="67851" x="3379788" y="4970463"/>
          <p14:tracePt t="67861" x="3498850" y="4970463"/>
          <p14:tracePt t="67866" x="3657600" y="4957763"/>
          <p14:tracePt t="67875" x="3803650" y="4957763"/>
          <p14:tracePt t="67881" x="3922713" y="4957763"/>
          <p14:tracePt t="67890" x="4108450" y="4945063"/>
          <p14:tracePt t="67896" x="4148138" y="4930775"/>
          <p14:tracePt t="67903" x="4227513" y="4930775"/>
          <p14:tracePt t="67910" x="4306888" y="4930775"/>
          <p14:tracePt t="67916" x="4373563" y="4918075"/>
          <p14:tracePt t="67925" x="4465638" y="4918075"/>
          <p14:tracePt t="67930" x="4492625" y="4918075"/>
          <p14:tracePt t="67944" x="4559300" y="4918075"/>
          <p14:tracePt t="67958" x="4584700" y="4918075"/>
          <p14:tracePt t="67967" x="4598988" y="4918075"/>
          <p14:tracePt t="67980" x="4611688" y="4918075"/>
          <p14:tracePt t="67990" x="4624388" y="4918075"/>
          <p14:tracePt t="68045" x="4638675" y="4918075"/>
          <p14:tracePt t="68868" x="4624388" y="4918075"/>
          <p14:tracePt t="69159" x="4611688" y="4918075"/>
          <p14:tracePt t="69266" x="4598988" y="4918075"/>
          <p14:tracePt t="69280" x="4559300" y="4918075"/>
          <p14:tracePt t="69294" x="4545013" y="4918075"/>
          <p14:tracePt t="69303" x="4519613" y="4918075"/>
          <p14:tracePt t="69306" x="4505325" y="4905375"/>
          <p14:tracePt t="69314" x="4492625" y="4905375"/>
          <p14:tracePt t="69321" x="4440238" y="4891088"/>
          <p14:tracePt t="69329" x="4413250" y="4891088"/>
          <p14:tracePt t="69335" x="4373563" y="4878388"/>
          <p14:tracePt t="69343" x="4346575" y="4865688"/>
          <p14:tracePt t="69351" x="4306888" y="4865688"/>
          <p14:tracePt t="69357" x="4267200" y="4851400"/>
          <p14:tracePt t="69365" x="4227513" y="4851400"/>
          <p14:tracePt t="69372" x="4160838" y="4826000"/>
          <p14:tracePt t="69379" x="4135438" y="4811713"/>
          <p14:tracePt t="69387" x="4108450" y="4799013"/>
          <p14:tracePt t="69393" x="4068763" y="4786313"/>
          <p14:tracePt t="69401" x="4054475" y="4786313"/>
          <p14:tracePt t="69407" x="4002088" y="4759325"/>
          <p14:tracePt t="69414" x="3962400" y="4745038"/>
          <p14:tracePt t="69421" x="3935413" y="4705350"/>
          <p14:tracePt t="69429" x="3910013" y="4692650"/>
          <p14:tracePt t="69436" x="3830638" y="4679950"/>
          <p14:tracePt t="69443" x="3789363" y="4665663"/>
          <p14:tracePt t="69451" x="3736975" y="4652963"/>
          <p14:tracePt t="69458" x="3709988" y="4640263"/>
          <p14:tracePt t="69464" x="3684588" y="4640263"/>
          <p14:tracePt t="69479" x="3657600" y="4625975"/>
          <p14:tracePt t="69493" x="3644900" y="4613275"/>
          <p14:tracePt t="69528" x="3644900" y="4600575"/>
          <p14:tracePt t="69564" x="3644900" y="4586288"/>
          <p14:tracePt t="69585" x="3644900" y="4573588"/>
          <p14:tracePt t="69593" x="3657600" y="4560888"/>
          <p14:tracePt t="69600" x="3724275" y="4494213"/>
          <p14:tracePt t="69606" x="3803650" y="4467225"/>
          <p14:tracePt t="69618" x="3830638" y="4454525"/>
          <p14:tracePt t="69622" x="3883025" y="4454525"/>
          <p14:tracePt t="69627" x="3935413" y="4440238"/>
          <p14:tracePt t="69636" x="3975100" y="4427538"/>
          <p14:tracePt t="69642" x="4014788" y="4414838"/>
          <p14:tracePt t="69650" x="4054475" y="4414838"/>
          <p14:tracePt t="69657" x="4094163" y="4414838"/>
          <p14:tracePt t="69664" x="4148138" y="4414838"/>
          <p14:tracePt t="69673" x="4227513" y="4414838"/>
          <p14:tracePt t="69678" x="4240213" y="4400550"/>
          <p14:tracePt t="69685" x="4279900" y="4400550"/>
          <p14:tracePt t="69692" x="4294188" y="4400550"/>
          <p14:tracePt t="69702" x="4319588" y="4400550"/>
          <p14:tracePt t="69707" x="4333875" y="4400550"/>
          <p14:tracePt t="69735" x="4346575" y="4400550"/>
          <p14:tracePt t="69837" x="4319588" y="4414838"/>
          <p14:tracePt t="69845" x="4306888" y="4414838"/>
          <p14:tracePt t="69853" x="4279900" y="4414838"/>
          <p14:tracePt t="69860" x="4254500" y="4427538"/>
          <p14:tracePt t="69865" x="4200525" y="4427538"/>
          <p14:tracePt t="69871" x="4175125" y="4440238"/>
          <p14:tracePt t="69878" x="4160838" y="4440238"/>
          <p14:tracePt t="69884" x="4121150" y="4440238"/>
          <p14:tracePt t="69893" x="4081463" y="4440238"/>
          <p14:tracePt t="69906" x="4068763" y="4440238"/>
          <p14:tracePt t="69915" x="4054475" y="4454525"/>
          <p14:tracePt t="69928" x="4041775" y="4454525"/>
          <p14:tracePt t="69942" x="4029075" y="4454525"/>
          <p14:tracePt t="70007" x="4014788" y="4454525"/>
          <p14:tracePt t="70067" x="4002088" y="4454525"/>
          <p14:tracePt t="70128" x="4002088" y="4467225"/>
          <p14:tracePt t="70134" x="3949700" y="4467225"/>
          <p14:tracePt t="70142" x="3922713" y="4494213"/>
          <p14:tracePt t="70150" x="3895725" y="4506913"/>
          <p14:tracePt t="70157" x="3843338" y="4506913"/>
          <p14:tracePt t="70164" x="3816350" y="4521200"/>
          <p14:tracePt t="70171" x="3803650" y="4521200"/>
          <p14:tracePt t="70178" x="3763963" y="4521200"/>
          <p14:tracePt t="70186" x="3724275" y="4521200"/>
          <p14:tracePt t="70193" x="3724275" y="4533900"/>
          <p14:tracePt t="70202" x="3684588" y="4533900"/>
          <p14:tracePt t="70206" x="3657600" y="4533900"/>
          <p14:tracePt t="70214" x="3630613" y="4533900"/>
          <p14:tracePt t="70221" x="3617913" y="4533900"/>
          <p14:tracePt t="70228" x="3590925" y="4533900"/>
          <p14:tracePt t="70234" x="3578225" y="4533900"/>
          <p14:tracePt t="70250" x="3551238" y="4533900"/>
          <p14:tracePt t="70256" x="3525838" y="4533900"/>
          <p14:tracePt t="70271" x="3484563" y="4533900"/>
          <p14:tracePt t="70279" x="3459163" y="4533900"/>
          <p14:tracePt t="70284" x="3432175" y="4533900"/>
          <p14:tracePt t="70294" x="3392488" y="4533900"/>
          <p14:tracePt t="70304" x="3352800" y="4533900"/>
          <p14:tracePt t="70310" x="3325813" y="4533900"/>
          <p14:tracePt t="70318" x="3286125" y="4533900"/>
          <p14:tracePt t="70330" x="3273425" y="4533900"/>
          <p14:tracePt t="70336" x="3260725" y="4533900"/>
          <p14:tracePt t="70354" x="3246438" y="4533900"/>
          <p14:tracePt t="70367" x="3233738" y="4533900"/>
          <p14:tracePt t="70373" x="3221038" y="4533900"/>
          <p14:tracePt t="70408" x="3206750" y="4533900"/>
          <p14:tracePt t="70444" x="3194050" y="4533900"/>
          <p14:tracePt t="70544" x="3179763" y="4533900"/>
          <p14:tracePt t="70627" x="3154363" y="4533900"/>
          <p14:tracePt t="70632" x="3127375" y="4521200"/>
          <p14:tracePt t="70644" x="3114675" y="4521200"/>
          <p14:tracePt t="70652" x="3087688" y="4521200"/>
          <p14:tracePt t="70672" x="3048000" y="4521200"/>
          <p14:tracePt t="70685" x="3035300" y="4521200"/>
          <p14:tracePt t="70694" x="3021013" y="4521200"/>
          <p14:tracePt t="70704" x="3008313" y="4521200"/>
          <p14:tracePt t="70709" x="2995613" y="4521200"/>
          <p14:tracePt t="70722" x="2968625" y="4521200"/>
          <p14:tracePt t="70729" x="2955925" y="4521200"/>
          <p14:tracePt t="70744" x="2941638" y="4521200"/>
          <p14:tracePt t="70767" x="2928938" y="4506913"/>
          <p14:tracePt t="70773" x="2928938" y="4479925"/>
          <p14:tracePt t="71067" x="2901950" y="4479925"/>
          <p14:tracePt t="71074" x="2874963" y="4479925"/>
          <p14:tracePt t="71085" x="2849563" y="4479925"/>
          <p14:tracePt t="71094" x="2822575" y="4479925"/>
          <p14:tracePt t="71109" x="2743200" y="4479925"/>
          <p14:tracePt t="71113" x="2703513" y="4479925"/>
          <p14:tracePt t="71121" x="2636838" y="4467225"/>
          <p14:tracePt t="71128" x="2570163" y="4467225"/>
          <p14:tracePt t="71134" x="2490788" y="4467225"/>
          <p14:tracePt t="71143" x="2425700" y="4467225"/>
          <p14:tracePt t="71152" x="2346325" y="4467225"/>
          <p14:tracePt t="71157" x="2279650" y="4467225"/>
          <p14:tracePt t="71164" x="2212975" y="4467225"/>
          <p14:tracePt t="71171" x="2160588" y="4479925"/>
          <p14:tracePt t="71178" x="2120900" y="4479925"/>
          <p14:tracePt t="71185" x="2081213" y="4479925"/>
          <p14:tracePt t="71194" x="2054225" y="4479925"/>
          <p14:tracePt t="71201" x="1987550" y="4494213"/>
          <p14:tracePt t="71207" x="1947863" y="4494213"/>
          <p14:tracePt t="71215" x="1908175" y="4494213"/>
          <p14:tracePt t="71221" x="1881188" y="4494213"/>
          <p14:tracePt t="71228" x="1828800" y="4494213"/>
          <p14:tracePt t="71235" x="1816100" y="4494213"/>
          <p14:tracePt t="71243" x="1789113" y="4494213"/>
          <p14:tracePt t="71251" x="1776413" y="4494213"/>
          <p14:tracePt t="71256" x="1736725" y="4494213"/>
          <p14:tracePt t="71279" x="1722438" y="4494213"/>
          <p14:tracePt t="71285" x="1709738" y="4494213"/>
          <p14:tracePt t="71302" x="1682750" y="4494213"/>
          <p14:tracePt t="71314" x="1670050" y="4494213"/>
          <p14:tracePt t="71328" x="1643063" y="4494213"/>
          <p14:tracePt t="71343" x="1630363" y="4494213"/>
          <p14:tracePt t="71356" x="1616075" y="4494213"/>
          <p14:tracePt t="71364" x="1603375" y="4494213"/>
          <p14:tracePt t="71371" x="1590675" y="4494213"/>
          <p14:tracePt t="71378" x="1563688" y="4494213"/>
          <p14:tracePt t="71385" x="1550988" y="4494213"/>
          <p14:tracePt t="71392" x="1524000" y="4494213"/>
          <p14:tracePt t="71401" x="1484313" y="4494213"/>
          <p14:tracePt t="71406" x="1444625" y="4494213"/>
          <p14:tracePt t="71414" x="1417638" y="4494213"/>
          <p14:tracePt t="71421" x="1392238" y="4494213"/>
          <p14:tracePt t="71428" x="1350963" y="4494213"/>
          <p14:tracePt t="71435" x="1338263" y="4494213"/>
          <p14:tracePt t="71442" x="1325563" y="4494213"/>
          <p14:tracePt t="71451" x="1285875" y="4494213"/>
          <p14:tracePt t="71456" x="1271588" y="4494213"/>
          <p14:tracePt t="71464" x="1258888" y="4494213"/>
          <p14:tracePt t="71471" x="1246188" y="4494213"/>
          <p14:tracePt t="71485" x="1231900" y="4494213"/>
          <p14:tracePt t="71501" x="1219200" y="4494213"/>
          <p14:tracePt t="71514" x="1206500" y="4494213"/>
          <p14:tracePt t="71723" x="1219200" y="4494213"/>
          <p14:tracePt t="71751" x="1231900" y="4494213"/>
          <p14:tracePt t="71872" x="1219200" y="4494213"/>
          <p14:tracePt t="71880" x="1192213" y="4479925"/>
          <p14:tracePt t="71894" x="1152525" y="4479925"/>
          <p14:tracePt t="71907" x="1139825" y="4467225"/>
          <p14:tracePt t="71914" x="1127125" y="4467225"/>
          <p14:tracePt t="71921" x="1112838" y="4467225"/>
          <p14:tracePt t="71928" x="1100138" y="4454525"/>
          <p14:tracePt t="71942" x="1087438" y="4454525"/>
          <p14:tracePt t="71950" x="1073150" y="4440238"/>
          <p14:tracePt t="71965" x="1060450" y="4440238"/>
          <p14:tracePt t="71970" x="1046163" y="4440238"/>
          <p14:tracePt t="71984" x="1033463" y="4427538"/>
          <p14:tracePt t="72150" x="1033463" y="4414838"/>
          <p14:tracePt t="72157" x="1046163" y="4414838"/>
          <p14:tracePt t="72179" x="1060450" y="4414838"/>
          <p14:tracePt t="72186" x="1060450" y="4400550"/>
          <p14:tracePt t="72193" x="1087438" y="4400550"/>
          <p14:tracePt t="72215" x="1100138" y="4400550"/>
          <p14:tracePt t="72229" x="1112838" y="4400550"/>
          <p14:tracePt t="72237" x="1127125" y="4400550"/>
          <p14:tracePt t="72257" x="1139825" y="4400550"/>
          <p14:tracePt t="72293" x="1152525" y="4400550"/>
          <p14:tracePt t="72307" x="1166813" y="4400550"/>
          <p14:tracePt t="72316" x="1179513" y="4400550"/>
          <p14:tracePt t="72328" x="1192213" y="4400550"/>
          <p14:tracePt t="72336" x="1206500" y="4400550"/>
          <p14:tracePt t="72438" x="1192213" y="4400550"/>
          <p14:tracePt t="72444" x="1179513" y="4400550"/>
          <p14:tracePt t="72453" x="1152525" y="4400550"/>
          <p14:tracePt t="72459" x="1139825" y="4400550"/>
          <p14:tracePt t="72466" x="1087438" y="4427538"/>
          <p14:tracePt t="72481" x="1060450" y="4440238"/>
          <p14:tracePt t="72485" x="1020763" y="4440238"/>
          <p14:tracePt t="72494" x="993775" y="4440238"/>
          <p14:tracePt t="72501" x="954088" y="4440238"/>
          <p14:tracePt t="72507" x="914400" y="4440238"/>
          <p14:tracePt t="72516" x="887413" y="4440238"/>
          <p14:tracePt t="72522" x="862013" y="4440238"/>
          <p14:tracePt t="72532" x="847725" y="4440238"/>
          <p14:tracePt t="72538" x="822325" y="4440238"/>
          <p14:tracePt t="72544" x="808038" y="4440238"/>
          <p14:tracePt t="72580" x="795338" y="4440238"/>
          <p14:tracePt t="72643" x="782638" y="4440238"/>
          <p14:tracePt t="72665" x="768350" y="4440238"/>
          <p14:tracePt t="72707" x="755650" y="4440238"/>
          <p14:tracePt t="72743" x="741363" y="4440238"/>
          <p14:tracePt t="72771" x="728663" y="4440238"/>
          <p14:tracePt t="72849" x="728663" y="4427538"/>
          <p14:tracePt t="72871" x="715963" y="4427538"/>
          <p14:tracePt t="72878" x="715963" y="4414838"/>
          <p14:tracePt t="72949" x="715963" y="4400550"/>
          <p14:tracePt t="72970" x="728663" y="4387850"/>
          <p14:tracePt t="72985" x="741363" y="4387850"/>
          <p14:tracePt t="72992" x="768350" y="4387850"/>
          <p14:tracePt t="72998" x="782638" y="4387850"/>
          <p14:tracePt t="73005" x="795338" y="4387850"/>
          <p14:tracePt t="73014" x="808038" y="4387850"/>
          <p14:tracePt t="73027" x="822325" y="4387850"/>
          <p14:tracePt t="73041" x="847725" y="4387850"/>
          <p14:tracePt t="73048" x="862013" y="4387850"/>
          <p14:tracePt t="73065" x="874713" y="4387850"/>
          <p14:tracePt t="73077" x="887413" y="4387850"/>
          <p14:tracePt t="73084" x="901700" y="4387850"/>
          <p14:tracePt t="73099" x="927100" y="4387850"/>
          <p14:tracePt t="73106" x="941388" y="4387850"/>
          <p14:tracePt t="73120" x="954088" y="4387850"/>
          <p14:tracePt t="73127" x="966788" y="4387850"/>
          <p14:tracePt t="73134" x="981075" y="4387850"/>
          <p14:tracePt t="73149" x="1020763" y="4375150"/>
          <p14:tracePt t="73155" x="1033463" y="4375150"/>
          <p14:tracePt t="73170" x="1046163" y="4375150"/>
          <p14:tracePt t="73185" x="1100138" y="4375150"/>
          <p14:tracePt t="73206" x="1112838" y="4375150"/>
          <p14:tracePt t="73220" x="1127125" y="4375150"/>
          <p14:tracePt t="73234" x="1139825" y="4375150"/>
          <p14:tracePt t="73243" x="1152525" y="4375150"/>
          <p14:tracePt t="73277" x="1166813" y="4375150"/>
          <p14:tracePt t="73298" x="1179513" y="4375150"/>
          <p14:tracePt t="73314" x="1192213" y="4375150"/>
          <p14:tracePt t="73335" x="1206500" y="4375150"/>
          <p14:tracePt t="73342" x="1219200" y="4375150"/>
          <p14:tracePt t="73355" x="1246188" y="4375150"/>
          <p14:tracePt t="73364" x="1271588" y="4375150"/>
          <p14:tracePt t="73370" x="1285875" y="4387850"/>
          <p14:tracePt t="73377" x="1298575" y="4387850"/>
          <p14:tracePt t="73384" x="1311275" y="4387850"/>
          <p14:tracePt t="73391" x="1311275" y="4400550"/>
          <p14:tracePt t="73399" x="1338263" y="4400550"/>
          <p14:tracePt t="73415" x="1350963" y="4400550"/>
          <p14:tracePt t="73427" x="1377950" y="4400550"/>
          <p14:tracePt t="73442" x="1392238" y="4400550"/>
          <p14:tracePt t="73456" x="1404938" y="4400550"/>
          <p14:tracePt t="73464" x="1431925" y="4400550"/>
          <p14:tracePt t="73477" x="1444625" y="4400550"/>
          <p14:tracePt t="73484" x="1457325" y="4400550"/>
          <p14:tracePt t="73498" x="1471613" y="4400550"/>
          <p14:tracePt t="73506" x="1484313" y="4400550"/>
          <p14:tracePt t="73514" x="1524000" y="4427538"/>
          <p14:tracePt t="73527" x="1550988" y="4427538"/>
          <p14:tracePt t="73534" x="1563688" y="4440238"/>
          <p14:tracePt t="73541" x="1603375" y="4440238"/>
          <p14:tracePt t="73549" x="1616075" y="4440238"/>
          <p14:tracePt t="73564" x="1630363" y="4440238"/>
          <p14:tracePt t="73570" x="1643063" y="4440238"/>
          <p14:tracePt t="73584" x="1655763" y="4440238"/>
          <p14:tracePt t="73591" x="1670050" y="4440238"/>
          <p14:tracePt t="73614" x="1682750" y="4440238"/>
          <p14:tracePt t="73619" x="1697038" y="4440238"/>
          <p14:tracePt t="73634" x="1709738" y="4440238"/>
          <p14:tracePt t="73648" x="1722438" y="4440238"/>
          <p14:tracePt t="73684" x="1736725" y="4440238"/>
          <p14:tracePt t="73691" x="1749425" y="4440238"/>
          <p14:tracePt t="73705" x="1762125" y="4440238"/>
          <p14:tracePt t="73742" x="1776413" y="4440238"/>
          <p14:tracePt t="73809" x="1789113" y="4440238"/>
          <p14:tracePt t="73850" x="1801813" y="4440238"/>
          <p14:tracePt t="73879" x="1841500" y="4440238"/>
          <p14:tracePt t="73892" x="1868488" y="4440238"/>
          <p14:tracePt t="73897" x="1881188" y="4440238"/>
          <p14:tracePt t="73913" x="1908175" y="4440238"/>
          <p14:tracePt t="73926" x="1935163" y="4427538"/>
          <p14:tracePt t="73933" x="1947863" y="4427538"/>
          <p14:tracePt t="73941" x="1960563" y="4427538"/>
          <p14:tracePt t="73947" x="1974850" y="4427538"/>
          <p14:tracePt t="73956" x="1987550" y="4427538"/>
          <p14:tracePt t="73967" x="2014538" y="4427538"/>
          <p14:tracePt t="73977" x="2041525" y="4427538"/>
          <p14:tracePt t="73992" x="2066925" y="4427538"/>
          <p14:tracePt t="73997" x="2081213" y="4427538"/>
          <p14:tracePt t="74006" x="2106613" y="4414838"/>
          <p14:tracePt t="74014" x="2133600" y="4414838"/>
          <p14:tracePt t="74027" x="2160588" y="4414838"/>
          <p14:tracePt t="74034" x="2200275" y="4414838"/>
          <p14:tracePt t="74048" x="2212975" y="4414838"/>
          <p14:tracePt t="74064" x="2239963" y="4414838"/>
          <p14:tracePt t="74077" x="2252663" y="4414838"/>
          <p14:tracePt t="74084" x="2265363" y="4400550"/>
          <p14:tracePt t="74091" x="2279650" y="4400550"/>
          <p14:tracePt t="74098" x="2292350" y="4400550"/>
          <p14:tracePt t="74120" x="2306638" y="4400550"/>
          <p14:tracePt t="74141" x="2319338" y="4400550"/>
          <p14:tracePt t="74163" x="2332038" y="4400550"/>
          <p14:tracePt t="74266" x="2319338" y="4400550"/>
          <p14:tracePt t="74274" x="2292350" y="4400550"/>
          <p14:tracePt t="74280" x="2239963" y="4400550"/>
          <p14:tracePt t="74284" x="2200275" y="4400550"/>
          <p14:tracePt t="74293" x="2106613" y="4414838"/>
          <p14:tracePt t="74300" x="2014538" y="4414838"/>
          <p14:tracePt t="74306" x="1974850" y="4414838"/>
          <p14:tracePt t="74313" x="1908175" y="4414838"/>
          <p14:tracePt t="74319" x="1868488" y="4440238"/>
          <p14:tracePt t="74326" x="1828800" y="4440238"/>
          <p14:tracePt t="74334" x="1789113" y="4440238"/>
          <p14:tracePt t="74340" x="1709738" y="4440238"/>
          <p14:tracePt t="74348" x="1643063" y="4440238"/>
          <p14:tracePt t="74355" x="1603375" y="4440238"/>
          <p14:tracePt t="74364" x="1536700" y="4440238"/>
          <p14:tracePt t="74370" x="1497013" y="4440238"/>
          <p14:tracePt t="74378" x="1444625" y="4440238"/>
          <p14:tracePt t="74383" x="1404938" y="4454525"/>
          <p14:tracePt t="74391" x="1392238" y="4454525"/>
          <p14:tracePt t="74401" x="1350963" y="4454525"/>
          <p14:tracePt t="74405" x="1338263" y="4467225"/>
          <p14:tracePt t="74414" x="1311275" y="4467225"/>
          <p14:tracePt t="74428" x="1298575" y="4479925"/>
          <p14:tracePt t="74434" x="1271588" y="4479925"/>
          <p14:tracePt t="74447" x="1258888" y="4479925"/>
          <p14:tracePt t="74478" x="1258888" y="4494213"/>
          <p14:tracePt t="74506" x="1246188" y="4494213"/>
          <p14:tracePt t="74513" x="1246188" y="4506913"/>
          <p14:tracePt t="74585" x="1271588" y="4506913"/>
          <p14:tracePt t="74592" x="1298575" y="4506913"/>
          <p14:tracePt t="74599" x="1338263" y="4506913"/>
          <p14:tracePt t="74606" x="1365250" y="4506913"/>
          <p14:tracePt t="74615" x="1417638" y="4506913"/>
          <p14:tracePt t="74631" x="1471613" y="4506913"/>
          <p14:tracePt t="74635" x="1536700" y="4506913"/>
          <p14:tracePt t="74641" x="1563688" y="4506913"/>
          <p14:tracePt t="74648" x="1670050" y="4521200"/>
          <p14:tracePt t="74655" x="1697038" y="4521200"/>
          <p14:tracePt t="74663" x="1736725" y="4521200"/>
          <p14:tracePt t="74670" x="1776413" y="4521200"/>
          <p14:tracePt t="74678" x="1801813" y="4521200"/>
          <p14:tracePt t="74684" x="1841500" y="4521200"/>
          <p14:tracePt t="74691" x="1908175" y="4521200"/>
          <p14:tracePt t="74698" x="1947863" y="4521200"/>
          <p14:tracePt t="74705" x="1987550" y="4521200"/>
          <p14:tracePt t="74713" x="2041525" y="4521200"/>
          <p14:tracePt t="74720" x="2054225" y="4521200"/>
          <p14:tracePt t="74727" x="2093913" y="4521200"/>
          <p14:tracePt t="74734" x="2146300" y="4506913"/>
          <p14:tracePt t="74741" x="2200275" y="4506913"/>
          <p14:tracePt t="74755" x="2265363" y="4494213"/>
          <p14:tracePt t="74765" x="2292350" y="4494213"/>
          <p14:tracePt t="74770" x="2306638" y="4494213"/>
          <p14:tracePt t="74778" x="2359025" y="4479925"/>
          <p14:tracePt t="74783" x="2386013" y="4479925"/>
          <p14:tracePt t="74790" x="2411413" y="4479925"/>
          <p14:tracePt t="74798" x="2451100" y="4479925"/>
          <p14:tracePt t="74814" x="2490788" y="4479925"/>
          <p14:tracePt t="74820" x="2570163" y="4467225"/>
          <p14:tracePt t="74828" x="2597150" y="4454525"/>
          <p14:tracePt t="74834" x="2651125" y="4454525"/>
          <p14:tracePt t="74841" x="2690813" y="4440238"/>
          <p14:tracePt t="74848" x="2755900" y="4427538"/>
          <p14:tracePt t="74855" x="2795588" y="4427538"/>
          <p14:tracePt t="74864" x="2822575" y="4427538"/>
          <p14:tracePt t="74870" x="2862263" y="4427538"/>
          <p14:tracePt t="74878" x="2874963" y="4427538"/>
          <p14:tracePt t="74884" x="2889250" y="4427538"/>
          <p14:tracePt t="74898" x="2901950" y="4427538"/>
          <p14:tracePt t="74905" x="2916238" y="4427538"/>
          <p14:tracePt t="74919" x="2928938" y="4427538"/>
          <p14:tracePt t="75036" x="2901950" y="4427538"/>
          <p14:tracePt t="75043" x="2862263" y="4427538"/>
          <p14:tracePt t="75049" x="2743200" y="4427538"/>
          <p14:tracePt t="75056" x="2703513" y="4440238"/>
          <p14:tracePt t="75064" x="2544763" y="4454525"/>
          <p14:tracePt t="75069" x="2465388" y="4454525"/>
          <p14:tracePt t="75076" x="2371725" y="4454525"/>
          <p14:tracePt t="75083" x="2332038" y="4454525"/>
          <p14:tracePt t="75090" x="2239963" y="4454525"/>
          <p14:tracePt t="75097" x="2146300" y="4440238"/>
          <p14:tracePt t="75104" x="2027238" y="4440238"/>
          <p14:tracePt t="75112" x="1987550" y="4440238"/>
          <p14:tracePt t="75118" x="1920875" y="4440238"/>
          <p14:tracePt t="75127" x="1816100" y="4440238"/>
          <p14:tracePt t="75133" x="1776413" y="4440238"/>
          <p14:tracePt t="75141" x="1736725" y="4440238"/>
          <p14:tracePt t="75148" x="1697038" y="4454525"/>
          <p14:tracePt t="75155" x="1655763" y="4454525"/>
          <p14:tracePt t="75170" x="1630363" y="4454525"/>
          <p14:tracePt t="75177" x="1603375" y="4467225"/>
          <p14:tracePt t="75184" x="1590675" y="4467225"/>
          <p14:tracePt t="75191" x="1576388" y="4479925"/>
          <p14:tracePt t="75198" x="1550988" y="4479925"/>
          <p14:tracePt t="75206" x="1511300" y="4479925"/>
          <p14:tracePt t="75213" x="1497013" y="4494213"/>
          <p14:tracePt t="75219" x="1484313" y="4494213"/>
          <p14:tracePt t="75234" x="1457325" y="4494213"/>
          <p14:tracePt t="75241" x="1444625" y="4494213"/>
          <p14:tracePt t="75248" x="1431925" y="4494213"/>
          <p14:tracePt t="75263" x="1417638" y="4494213"/>
          <p14:tracePt t="75377" x="1431925" y="4494213"/>
          <p14:tracePt t="75384" x="1457325" y="4494213"/>
          <p14:tracePt t="75395" x="1484313" y="4494213"/>
          <p14:tracePt t="75401" x="1511300" y="4494213"/>
          <p14:tracePt t="75406" x="1536700" y="4494213"/>
          <p14:tracePt t="75414" x="1576388" y="4494213"/>
          <p14:tracePt t="75420" x="1616075" y="4494213"/>
          <p14:tracePt t="75427" x="1682750" y="4494213"/>
          <p14:tracePt t="75434" x="1776413" y="4479925"/>
          <p14:tracePt t="75441" x="1841500" y="4479925"/>
          <p14:tracePt t="75448" x="1960563" y="4467225"/>
          <p14:tracePt t="75455" x="2027238" y="4467225"/>
          <p14:tracePt t="75464" x="2146300" y="4467225"/>
          <p14:tracePt t="75469" x="2212975" y="4467225"/>
          <p14:tracePt t="75478" x="2279650" y="4467225"/>
          <p14:tracePt t="75484" x="2306638" y="4467225"/>
          <p14:tracePt t="75491" x="2371725" y="4454525"/>
          <p14:tracePt t="75498" x="2438400" y="4454525"/>
          <p14:tracePt t="75505" x="2517775" y="4440238"/>
          <p14:tracePt t="75512" x="2597150" y="4440238"/>
          <p14:tracePt t="75519" x="2651125" y="4440238"/>
          <p14:tracePt t="75527" x="2743200" y="4427538"/>
          <p14:tracePt t="75534" x="2795588" y="4427538"/>
          <p14:tracePt t="75541" x="2862263" y="4427538"/>
          <p14:tracePt t="75548" x="2889250" y="4427538"/>
          <p14:tracePt t="75556" x="2928938" y="4427538"/>
          <p14:tracePt t="75564" x="2968625" y="4427538"/>
          <p14:tracePt t="75570" x="2995613" y="4427538"/>
          <p14:tracePt t="75578" x="3008313" y="4427538"/>
          <p14:tracePt t="75584" x="3060700" y="4427538"/>
          <p14:tracePt t="75591" x="3100388" y="4427538"/>
          <p14:tracePt t="75615" x="3300413" y="4427538"/>
          <p14:tracePt t="75620" x="3365500" y="4427538"/>
          <p14:tracePt t="75628" x="3379788" y="4427538"/>
          <p14:tracePt t="75634" x="3432175" y="4427538"/>
          <p14:tracePt t="75641" x="3484563" y="4427538"/>
          <p14:tracePt t="75647" x="3525838" y="4427538"/>
          <p14:tracePt t="75655" x="3565525" y="4427538"/>
          <p14:tracePt t="75663" x="3590925" y="4427538"/>
          <p14:tracePt t="75670" x="3630613" y="4427538"/>
          <p14:tracePt t="75677" x="3670300" y="4427538"/>
          <p14:tracePt t="75684" x="3709988" y="4427538"/>
          <p14:tracePt t="75691" x="3736975" y="4427538"/>
          <p14:tracePt t="75698" x="3816350" y="4427538"/>
          <p14:tracePt t="75705" x="3856038" y="4427538"/>
          <p14:tracePt t="75713" x="3895725" y="4414838"/>
          <p14:tracePt t="75720" x="3935413" y="4387850"/>
          <p14:tracePt t="75727" x="3962400" y="4387850"/>
          <p14:tracePt t="75734" x="4002088" y="4387850"/>
          <p14:tracePt t="75741" x="4041775" y="4400550"/>
          <p14:tracePt t="75750" x="4054475" y="4414838"/>
          <p14:tracePt t="75755" x="4081463" y="4414838"/>
          <p14:tracePt t="75762" x="4094163" y="4414838"/>
          <p14:tracePt t="75784" x="4108450" y="4414838"/>
          <p14:tracePt t="76114" x="4227513" y="4414838"/>
          <p14:tracePt t="76121" x="4294188" y="4427538"/>
          <p14:tracePt t="76129" x="4386263" y="4440238"/>
          <p14:tracePt t="76134" x="4452938" y="4440238"/>
          <p14:tracePt t="76148" x="4584700" y="4440238"/>
          <p14:tracePt t="76155" x="4624388" y="4440238"/>
          <p14:tracePt t="76165" x="4651375" y="4454525"/>
          <p14:tracePt t="76171" x="4703763" y="4454525"/>
          <p14:tracePt t="76177" x="4730750" y="4454525"/>
          <p14:tracePt t="76184" x="4745038" y="4454525"/>
          <p14:tracePt t="76191" x="4797425" y="4467225"/>
          <p14:tracePt t="76198" x="4824413" y="4467225"/>
          <p14:tracePt t="76206" x="4876800" y="4467225"/>
          <p14:tracePt t="76212" x="4903788" y="4467225"/>
          <p14:tracePt t="76220" x="4916488" y="4467225"/>
          <p14:tracePt t="76226" x="4943475" y="4467225"/>
          <p14:tracePt t="76234" x="4983163" y="4467225"/>
          <p14:tracePt t="76241" x="5008563" y="4467225"/>
          <p14:tracePt t="76247" x="5035550" y="4467225"/>
          <p14:tracePt t="76255" x="5075238" y="4467225"/>
          <p14:tracePt t="76262" x="5089525" y="4467225"/>
          <p14:tracePt t="76269" x="5114925" y="4467225"/>
          <p14:tracePt t="76276" x="5154613" y="4467225"/>
          <p14:tracePt t="76283" x="5168900" y="4467225"/>
          <p14:tracePt t="76291" x="5181600" y="4467225"/>
          <p14:tracePt t="76298" x="5221288" y="4467225"/>
          <p14:tracePt t="76311" x="5260975" y="4467225"/>
          <p14:tracePt t="76326" x="5273675" y="4467225"/>
          <p14:tracePt t="76333" x="5300663" y="4467225"/>
          <p14:tracePt t="76347" x="5354638" y="4454525"/>
          <p14:tracePt t="76354" x="5367338" y="4454525"/>
          <p14:tracePt t="76362" x="5394325" y="4440238"/>
          <p14:tracePt t="76369" x="5446713" y="4440238"/>
          <p14:tracePt t="76377" x="5486400" y="4440238"/>
          <p14:tracePt t="76385" x="5526088" y="4440238"/>
          <p14:tracePt t="76390" x="5553075" y="4440238"/>
          <p14:tracePt t="76396" x="5592763" y="4427538"/>
          <p14:tracePt t="76404" x="5618163" y="4427538"/>
          <p14:tracePt t="76411" x="5659438" y="4427538"/>
          <p14:tracePt t="76419" x="5684838" y="4427538"/>
          <p14:tracePt t="76425" x="5699125" y="4427538"/>
          <p14:tracePt t="76433" x="5711825" y="4427538"/>
          <p14:tracePt t="76440" x="5738813" y="4427538"/>
          <p14:tracePt t="76462" x="5751513" y="4427538"/>
          <p14:tracePt t="76468" x="5764213" y="4427538"/>
          <p14:tracePt t="76533" x="5764213" y="4440238"/>
          <p14:tracePt t="76590" x="5751513" y="4440238"/>
          <p14:tracePt t="76597" x="5684838" y="4454525"/>
          <p14:tracePt t="76605" x="5645150" y="4454525"/>
          <p14:tracePt t="76611" x="5578475" y="4467225"/>
          <p14:tracePt t="76619" x="5538788" y="4479925"/>
          <p14:tracePt t="76626" x="5459413" y="4479925"/>
          <p14:tracePt t="76632" x="5407025" y="4506913"/>
          <p14:tracePt t="76641" x="5367338" y="4521200"/>
          <p14:tracePt t="76647" x="5340350" y="4521200"/>
          <p14:tracePt t="76654" x="5287963" y="4521200"/>
          <p14:tracePt t="76661" x="5260975" y="4521200"/>
          <p14:tracePt t="76668" x="5221288" y="4533900"/>
          <p14:tracePt t="76675" x="5181600" y="4533900"/>
          <p14:tracePt t="76683" x="5129213" y="4546600"/>
          <p14:tracePt t="76690" x="5089525" y="4546600"/>
          <p14:tracePt t="76697" x="5035550" y="4560888"/>
          <p14:tracePt t="76704" x="5008563" y="4560888"/>
          <p14:tracePt t="76711" x="4929188" y="4560888"/>
          <p14:tracePt t="76718" x="4916488" y="4560888"/>
          <p14:tracePt t="76725" x="4864100" y="4560888"/>
          <p14:tracePt t="76733" x="4810125" y="4573588"/>
          <p14:tracePt t="76740" x="4770438" y="4573588"/>
          <p14:tracePt t="76747" x="4730750" y="4586288"/>
          <p14:tracePt t="76754" x="4703763" y="4600575"/>
          <p14:tracePt t="76760" x="4638675" y="4600575"/>
          <p14:tracePt t="76768" x="4572000" y="4600575"/>
          <p14:tracePt t="76776" x="4479925" y="4625975"/>
          <p14:tracePt t="76783" x="4413250" y="4625975"/>
          <p14:tracePt t="76790" x="4306888" y="4652963"/>
          <p14:tracePt t="76797" x="4214813" y="4679950"/>
          <p14:tracePt t="76804" x="4068763" y="4692650"/>
          <p14:tracePt t="76810" x="4029075" y="4692650"/>
          <p14:tracePt t="76819" x="3935413" y="4705350"/>
          <p14:tracePt t="76826" x="3856038" y="4719638"/>
          <p14:tracePt t="76832" x="3749675" y="4719638"/>
          <p14:tracePt t="76840" x="3670300" y="4719638"/>
          <p14:tracePt t="76847" x="3590925" y="4719638"/>
          <p14:tracePt t="76854" x="3511550" y="4719638"/>
          <p14:tracePt t="76860" x="3419475" y="4719638"/>
          <p14:tracePt t="76868" x="3352800" y="4719638"/>
          <p14:tracePt t="76876" x="3300413" y="4719638"/>
          <p14:tracePt t="76883" x="3260725" y="4719638"/>
          <p14:tracePt t="76890" x="3233738" y="4719638"/>
          <p14:tracePt t="76897" x="3206750" y="4719638"/>
          <p14:tracePt t="76904" x="3154363" y="4719638"/>
          <p14:tracePt t="76910" x="3127375" y="4732338"/>
          <p14:tracePt t="76918" x="3100388" y="4732338"/>
          <p14:tracePt t="76925" x="3035300" y="4732338"/>
          <p14:tracePt t="76933" x="2995613" y="4745038"/>
          <p14:tracePt t="76940" x="2901950" y="4745038"/>
          <p14:tracePt t="76947" x="2862263" y="4772025"/>
          <p14:tracePt t="76954" x="2782888" y="4786313"/>
          <p14:tracePt t="76962" x="2676525" y="4799013"/>
          <p14:tracePt t="76968" x="2651125" y="4799013"/>
          <p14:tracePt t="76977" x="2597150" y="4811713"/>
          <p14:tracePt t="76983" x="2570163" y="4826000"/>
          <p14:tracePt t="76990" x="2544763" y="4838700"/>
          <p14:tracePt t="76996" x="2517775" y="4838700"/>
          <p14:tracePt t="77004" x="2490788" y="4838700"/>
          <p14:tracePt t="77011" x="2478088" y="4838700"/>
          <p14:tracePt t="77018" x="2465388" y="4838700"/>
          <p14:tracePt t="77033" x="2451100" y="4838700"/>
          <p14:tracePt t="77069" x="2438400" y="4838700"/>
          <p14:tracePt t="77089" x="2425700" y="4838700"/>
          <p14:tracePt t="77111" x="2425700" y="4826000"/>
          <p14:tracePt t="77168" x="2438400" y="4811713"/>
          <p14:tracePt t="77175" x="2451100" y="4799013"/>
          <p14:tracePt t="77182" x="2490788" y="4759325"/>
          <p14:tracePt t="77190" x="2544763" y="4732338"/>
          <p14:tracePt t="77197" x="2624138" y="4719638"/>
          <p14:tracePt t="77204" x="2716213" y="4705350"/>
          <p14:tracePt t="77212" x="2835275" y="4692650"/>
          <p14:tracePt t="77218" x="2941638" y="4692650"/>
          <p14:tracePt t="77226" x="3060700" y="4679950"/>
          <p14:tracePt t="77232" x="3154363" y="4665663"/>
          <p14:tracePt t="77241" x="3246438" y="4625975"/>
          <p14:tracePt t="77247" x="3340100" y="4613275"/>
          <p14:tracePt t="77254" x="3392488" y="4613275"/>
          <p14:tracePt t="77261" x="3459163" y="4613275"/>
          <p14:tracePt t="77269" x="3538538" y="4600575"/>
          <p14:tracePt t="77278" x="3590925" y="4600575"/>
          <p14:tracePt t="77283" x="3605213" y="4600575"/>
          <p14:tracePt t="77289" x="3644900" y="4586288"/>
          <p14:tracePt t="77298" x="3684588" y="4573588"/>
          <p14:tracePt t="77304" x="3697288" y="4573588"/>
          <p14:tracePt t="77312" x="3724275" y="4560888"/>
          <p14:tracePt t="77319" x="3736975" y="4560888"/>
          <p14:tracePt t="77328" x="3763963" y="4560888"/>
          <p14:tracePt t="77340" x="3776663" y="4560888"/>
          <p14:tracePt t="77347" x="3789363" y="4560888"/>
          <p14:tracePt t="77354" x="3803650" y="4560888"/>
          <p14:tracePt t="77360" x="3803650" y="4546600"/>
          <p14:tracePt t="77368" x="3816350" y="4546600"/>
          <p14:tracePt t="77378" x="3843338" y="4546600"/>
          <p14:tracePt t="77390" x="3856038" y="4546600"/>
          <p14:tracePt t="77405" x="3870325" y="4546600"/>
          <p14:tracePt t="77456" x="3870325" y="4521200"/>
          <p14:tracePt t="77498" x="3816350" y="4521200"/>
          <p14:tracePt t="77505" x="3749675" y="4521200"/>
          <p14:tracePt t="77510" x="3657600" y="4521200"/>
          <p14:tracePt t="77519" x="3551238" y="4506913"/>
          <p14:tracePt t="77528" x="3405188" y="4479925"/>
          <p14:tracePt t="77533" x="3300413" y="4479925"/>
          <p14:tracePt t="77541" x="3206750" y="4467225"/>
          <p14:tracePt t="77548" x="3140075" y="4467225"/>
          <p14:tracePt t="77557" x="2981325" y="4467225"/>
          <p14:tracePt t="77565" x="2849563" y="4454525"/>
          <p14:tracePt t="77568" x="2743200" y="4454525"/>
          <p14:tracePt t="77576" x="2651125" y="4427538"/>
          <p14:tracePt t="77582" x="2544763" y="4427538"/>
          <p14:tracePt t="77589" x="2517775" y="4427538"/>
          <p14:tracePt t="77596" x="2451100" y="4427538"/>
          <p14:tracePt t="77613" x="2386013" y="4414838"/>
          <p14:tracePt t="77619" x="2371725" y="4414838"/>
          <p14:tracePt t="77628" x="2346325" y="4414838"/>
          <p14:tracePt t="77640" x="2332038" y="4414838"/>
          <p14:tracePt t="77683" x="2319338" y="4414838"/>
          <p14:tracePt t="77828" x="2332038" y="4414838"/>
          <p14:tracePt t="77836" x="2346325" y="4414838"/>
          <p14:tracePt t="77844" x="2371725" y="4414838"/>
          <p14:tracePt t="77848" x="2398713" y="4414838"/>
          <p14:tracePt t="77858" x="2425700" y="4414838"/>
          <p14:tracePt t="77861" x="2465388" y="4414838"/>
          <p14:tracePt t="77869" x="2530475" y="4414838"/>
          <p14:tracePt t="77877" x="2624138" y="4414838"/>
          <p14:tracePt t="77883" x="2676525" y="4414838"/>
          <p14:tracePt t="77891" x="2782888" y="4414838"/>
          <p14:tracePt t="77897" x="2889250" y="4414838"/>
          <p14:tracePt t="77905" x="2968625" y="4414838"/>
          <p14:tracePt t="77912" x="3060700" y="4414838"/>
          <p14:tracePt t="77918" x="3114675" y="4414838"/>
          <p14:tracePt t="77928" x="3179763" y="4414838"/>
          <p14:tracePt t="77933" x="3273425" y="4414838"/>
          <p14:tracePt t="77941" x="3340100" y="4414838"/>
          <p14:tracePt t="77947" x="3432175" y="4414838"/>
          <p14:tracePt t="77955" x="3525838" y="4414838"/>
          <p14:tracePt t="77962" x="3590925" y="4414838"/>
          <p14:tracePt t="77969" x="3684588" y="4414838"/>
          <p14:tracePt t="77976" x="3763963" y="4414838"/>
          <p14:tracePt t="77983" x="3803650" y="4414838"/>
          <p14:tracePt t="77991" x="3856038" y="4400550"/>
          <p14:tracePt t="77998" x="3922713" y="4400550"/>
          <p14:tracePt t="78004" x="4029075" y="4387850"/>
          <p14:tracePt t="78011" x="4135438" y="4387850"/>
          <p14:tracePt t="78019" x="4200525" y="4375150"/>
          <p14:tracePt t="78027" x="4254500" y="4375150"/>
          <p14:tracePt t="78033" x="4346575" y="4375150"/>
          <p14:tracePt t="78041" x="4359275" y="4375150"/>
          <p14:tracePt t="78047" x="4386263" y="4375150"/>
          <p14:tracePt t="78055" x="4413250" y="4375150"/>
          <p14:tracePt t="78060" x="4440238" y="4375150"/>
          <p14:tracePt t="78083" x="4452938" y="4375150"/>
          <p14:tracePt t="78133" x="4465638" y="4375150"/>
          <p14:tracePt t="78169" x="4398963" y="4400550"/>
          <p14:tracePt t="78176" x="4319588" y="4400550"/>
          <p14:tracePt t="78183" x="4214813" y="4414838"/>
          <p14:tracePt t="78191" x="4068763" y="4440238"/>
          <p14:tracePt t="78199" x="3949700" y="4440238"/>
          <p14:tracePt t="78204" x="3843338" y="4440238"/>
          <p14:tracePt t="78210" x="3736975" y="4454525"/>
          <p14:tracePt t="78219" x="3590925" y="4467225"/>
          <p14:tracePt t="78228" x="3392488" y="4494213"/>
          <p14:tracePt t="78233" x="3221038" y="4506913"/>
          <p14:tracePt t="78242" x="3021013" y="4521200"/>
          <p14:tracePt t="78249" x="2928938" y="4521200"/>
          <p14:tracePt t="78254" x="2782888" y="4573588"/>
          <p14:tracePt t="78262" x="2570163" y="4573588"/>
          <p14:tracePt t="78268" x="2478088" y="4573588"/>
          <p14:tracePt t="78279" x="2346325" y="4521200"/>
          <p14:tracePt t="78283" x="2265363" y="4506913"/>
          <p14:tracePt t="78291" x="2225675" y="4506913"/>
          <p14:tracePt t="78297" x="2225675" y="4494213"/>
          <p14:tracePt t="78305" x="2200275" y="4494213"/>
          <p14:tracePt t="78311" x="2185988" y="4479925"/>
          <p14:tracePt t="78576" x="2173288" y="4479925"/>
          <p14:tracePt t="78593" x="2185988" y="4479925"/>
          <p14:tracePt t="78857" x="2239963" y="4479925"/>
          <p14:tracePt t="78865" x="2332038" y="4479925"/>
          <p14:tracePt t="78871" x="2490788" y="4479925"/>
          <p14:tracePt t="78878" x="2636838" y="4479925"/>
          <p14:tracePt t="78884" x="2809875" y="4454525"/>
          <p14:tracePt t="78894" x="2955925" y="4440238"/>
          <p14:tracePt t="78900" x="3048000" y="4440238"/>
          <p14:tracePt t="78907" x="3154363" y="4440238"/>
          <p14:tracePt t="78913" x="3286125" y="4440238"/>
          <p14:tracePt t="78918" x="3392488" y="4440238"/>
          <p14:tracePt t="78926" x="3498850" y="4427538"/>
          <p14:tracePt t="78933" x="3630613" y="4414838"/>
          <p14:tracePt t="78941" x="3724275" y="4400550"/>
          <p14:tracePt t="78948" x="3763963" y="4400550"/>
          <p14:tracePt t="78955" x="3816350" y="4387850"/>
          <p14:tracePt t="78962" x="3843338" y="4375150"/>
          <p14:tracePt t="78968" x="3895725" y="4348163"/>
          <p14:tracePt t="78975" x="3989388" y="4321175"/>
          <p14:tracePt t="78984" x="4054475" y="4308475"/>
          <p14:tracePt t="78991" x="4121150" y="4295775"/>
          <p14:tracePt t="78996" x="4240213" y="4256088"/>
          <p14:tracePt t="79003" x="4333875" y="4202113"/>
          <p14:tracePt t="79011" x="4479925" y="4162425"/>
          <p14:tracePt t="79018" x="4519613" y="4135438"/>
          <p14:tracePt t="79025" x="4611688" y="4095750"/>
          <p14:tracePt t="79032" x="4664075" y="4056063"/>
          <p14:tracePt t="79040" x="4757738" y="4030663"/>
          <p14:tracePt t="79046" x="4849813" y="4003675"/>
          <p14:tracePt t="79053" x="4916488" y="3976688"/>
          <p14:tracePt t="79060" x="5008563" y="3937000"/>
          <p14:tracePt t="79068" x="5102225" y="3924300"/>
          <p14:tracePt t="79077" x="5129213" y="3924300"/>
          <p14:tracePt t="79082" x="5208588" y="3910013"/>
          <p14:tracePt t="79090" x="5221288" y="3897313"/>
          <p14:tracePt t="79096" x="5260975" y="3897313"/>
          <p14:tracePt t="79104" x="5273675" y="3897313"/>
          <p14:tracePt t="79118" x="5300663" y="3897313"/>
          <p14:tracePt t="79125" x="5313363" y="3897313"/>
          <p14:tracePt t="79142" x="5340350" y="3897313"/>
          <p14:tracePt t="79147" x="5354638" y="3897313"/>
          <p14:tracePt t="79155" x="5380038" y="3897313"/>
          <p14:tracePt t="79161" x="5394325" y="3897313"/>
          <p14:tracePt t="79174" x="5407025" y="3897313"/>
          <p14:tracePt t="79190" x="5434013" y="3897313"/>
          <p14:tracePt t="79204" x="5446713" y="3897313"/>
          <p14:tracePt t="79211" x="5459413" y="3897313"/>
          <p14:tracePt t="79218" x="5473700" y="3897313"/>
          <p14:tracePt t="79233" x="5486400" y="3897313"/>
          <p14:tracePt t="79283" x="5499100" y="3897313"/>
          <p14:tracePt t="79375" x="5499100" y="3910013"/>
          <p14:tracePt t="79383" x="5446713" y="3937000"/>
          <p14:tracePt t="79392" x="5407025" y="3949700"/>
          <p14:tracePt t="79398" x="5354638" y="3963988"/>
          <p14:tracePt t="79404" x="5287963" y="3976688"/>
          <p14:tracePt t="79411" x="5168900" y="3976688"/>
          <p14:tracePt t="79418" x="5022850" y="3990975"/>
          <p14:tracePt t="79426" x="4916488" y="4003675"/>
          <p14:tracePt t="79433" x="4757738" y="4030663"/>
          <p14:tracePt t="79440" x="4651375" y="4030663"/>
          <p14:tracePt t="79447" x="4584700" y="4030663"/>
          <p14:tracePt t="79454" x="4519613" y="4043363"/>
          <p14:tracePt t="79461" x="4440238" y="4070350"/>
          <p14:tracePt t="79468" x="4386263" y="4070350"/>
          <p14:tracePt t="79477" x="4267200" y="4070350"/>
          <p14:tracePt t="79483" x="4200525" y="4070350"/>
          <p14:tracePt t="79491" x="4108450" y="4056063"/>
          <p14:tracePt t="79498" x="4068763" y="4056063"/>
          <p14:tracePt t="79504" x="4002088" y="4056063"/>
          <p14:tracePt t="79511" x="3949700" y="4043363"/>
          <p14:tracePt t="79518" x="3870325" y="4043363"/>
          <p14:tracePt t="79526" x="3856038" y="4043363"/>
          <p14:tracePt t="79533" x="3830638" y="4043363"/>
          <p14:tracePt t="79540" x="3789363" y="4043363"/>
          <p14:tracePt t="79547" x="3749675" y="4043363"/>
          <p14:tracePt t="79554" x="3724275" y="4043363"/>
          <p14:tracePt t="79561" x="3657600" y="4043363"/>
          <p14:tracePt t="79568" x="3644900" y="4043363"/>
          <p14:tracePt t="79574" x="3565525" y="4043363"/>
          <p14:tracePt t="79582" x="3525838" y="4043363"/>
          <p14:tracePt t="79589" x="3484563" y="4043363"/>
          <p14:tracePt t="79596" x="3444875" y="4043363"/>
          <p14:tracePt t="79603" x="3419475" y="4043363"/>
          <p14:tracePt t="79611" x="3352800" y="4043363"/>
          <p14:tracePt t="79618" x="3325813" y="4043363"/>
          <p14:tracePt t="79627" x="3286125" y="4043363"/>
          <p14:tracePt t="79632" x="3273425" y="4043363"/>
          <p14:tracePt t="79641" x="3246438" y="4043363"/>
          <p14:tracePt t="79646" x="3221038" y="4030663"/>
          <p14:tracePt t="79653" x="3179763" y="4030663"/>
          <p14:tracePt t="79660" x="3167063" y="4030663"/>
          <p14:tracePt t="79668" x="3154363" y="4030663"/>
          <p14:tracePt t="79674" x="3100388" y="4016375"/>
          <p14:tracePt t="79683" x="3060700" y="4016375"/>
          <p14:tracePt t="79690" x="3035300" y="4003675"/>
          <p14:tracePt t="79697" x="2981325" y="3990975"/>
          <p14:tracePt t="79704" x="2941638" y="3990975"/>
          <p14:tracePt t="79710" x="2874963" y="3990975"/>
          <p14:tracePt t="79718" x="2835275" y="3976688"/>
          <p14:tracePt t="79725" x="2743200" y="3976688"/>
          <p14:tracePt t="79732" x="2703513" y="3963988"/>
          <p14:tracePt t="79741" x="2663825" y="3963988"/>
          <p14:tracePt t="79746" x="2636838" y="3963988"/>
          <p14:tracePt t="79753" x="2570163" y="3963988"/>
          <p14:tracePt t="79760" x="2544763" y="3963988"/>
          <p14:tracePt t="79768" x="2505075" y="3963988"/>
          <p14:tracePt t="79775" x="2465388" y="3963988"/>
          <p14:tracePt t="79782" x="2425700" y="3963988"/>
          <p14:tracePt t="79789" x="2398713" y="3963988"/>
          <p14:tracePt t="79796" x="2346325" y="3963988"/>
          <p14:tracePt t="79805" x="2306638" y="3976688"/>
          <p14:tracePt t="79811" x="2265363" y="3976688"/>
          <p14:tracePt t="79818" x="2252663" y="3976688"/>
          <p14:tracePt t="79824" x="2225675" y="3976688"/>
          <p14:tracePt t="79832" x="2185988" y="3976688"/>
          <p14:tracePt t="79840" x="2173288" y="3976688"/>
          <p14:tracePt t="79846" x="2146300" y="3976688"/>
          <p14:tracePt t="79947" x="2173288" y="3976688"/>
          <p14:tracePt t="79954" x="2200275" y="3976688"/>
          <p14:tracePt t="79961" x="2212975" y="3976688"/>
          <p14:tracePt t="79968" x="2265363" y="3976688"/>
          <p14:tracePt t="79975" x="2319338" y="3990975"/>
          <p14:tracePt t="79983" x="2386013" y="3990975"/>
          <p14:tracePt t="79993" x="2438400" y="4003675"/>
          <p14:tracePt t="79997" x="2478088" y="4016375"/>
          <p14:tracePt t="80005" x="2530475" y="4030663"/>
          <p14:tracePt t="80013" x="2611438" y="4043363"/>
          <p14:tracePt t="80018" x="2690813" y="4056063"/>
          <p14:tracePt t="80024" x="2795588" y="4056063"/>
          <p14:tracePt t="80032" x="2901950" y="4056063"/>
          <p14:tracePt t="80040" x="3008313" y="4083050"/>
          <p14:tracePt t="80046" x="3114675" y="4095750"/>
          <p14:tracePt t="80054" x="3206750" y="4095750"/>
          <p14:tracePt t="80060" x="3286125" y="4110038"/>
          <p14:tracePt t="80068" x="3352800" y="4122738"/>
          <p14:tracePt t="80074" x="3444875" y="4122738"/>
          <p14:tracePt t="80082" x="3538538" y="4122738"/>
          <p14:tracePt t="80089" x="3670300" y="4122738"/>
          <p14:tracePt t="80096" x="3736975" y="4122738"/>
          <p14:tracePt t="80104" x="3856038" y="4135438"/>
          <p14:tracePt t="80110" x="3949700" y="4149725"/>
          <p14:tracePt t="80118" x="4002088" y="4149725"/>
          <p14:tracePt t="80125" x="4054475" y="4149725"/>
          <p14:tracePt t="80133" x="4108450" y="4162425"/>
          <p14:tracePt t="80142" x="4187825" y="4162425"/>
          <p14:tracePt t="80146" x="4254500" y="4162425"/>
          <p14:tracePt t="80154" x="4386263" y="4175125"/>
          <p14:tracePt t="80160" x="4479925" y="4175125"/>
          <p14:tracePt t="80168" x="4584700" y="4175125"/>
          <p14:tracePt t="80175" x="4718050" y="4175125"/>
          <p14:tracePt t="80182" x="4784725" y="4175125"/>
          <p14:tracePt t="80192" x="4876800" y="4162425"/>
          <p14:tracePt t="80196" x="4916488" y="4149725"/>
          <p14:tracePt t="80204" x="4983163" y="4149725"/>
          <p14:tracePt t="80210" x="5089525" y="4135438"/>
          <p14:tracePt t="80218" x="5168900" y="4122738"/>
          <p14:tracePt t="80226" x="5273675" y="4110038"/>
          <p14:tracePt t="80232" x="5380038" y="4110038"/>
          <p14:tracePt t="80242" x="5434013" y="4095750"/>
          <p14:tracePt t="80246" x="5499100" y="4095750"/>
          <p14:tracePt t="80253" x="5592763" y="4056063"/>
          <p14:tracePt t="80260" x="5618163" y="4056063"/>
          <p14:tracePt t="80268" x="5659438" y="4043363"/>
          <p14:tracePt t="80275" x="5764213" y="4043363"/>
          <p14:tracePt t="80282" x="5857875" y="4043363"/>
          <p14:tracePt t="80291" x="5922963" y="4043363"/>
          <p14:tracePt t="80296" x="6069013" y="4003675"/>
          <p14:tracePt t="80303" x="6162675" y="4003675"/>
          <p14:tracePt t="80311" x="6242050" y="3976688"/>
          <p14:tracePt t="80318" x="6281738" y="3976688"/>
          <p14:tracePt t="80326" x="6348413" y="3976688"/>
          <p14:tracePt t="80332" x="6400800" y="3976688"/>
          <p14:tracePt t="80341" x="6413500" y="3976688"/>
          <p14:tracePt t="80346" x="6480175" y="3976688"/>
          <p14:tracePt t="80353" x="6507163" y="3976688"/>
          <p14:tracePt t="80360" x="6559550" y="3976688"/>
          <p14:tracePt t="80367" x="6599238" y="3976688"/>
          <p14:tracePt t="80375" x="6626225" y="3976688"/>
          <p14:tracePt t="80382" x="6665913" y="3976688"/>
          <p14:tracePt t="80391" x="6692900" y="3976688"/>
          <p14:tracePt t="80396" x="6705600" y="3976688"/>
          <p14:tracePt t="80404" x="6732588" y="3976688"/>
          <p14:tracePt t="80418" x="6745288" y="3976688"/>
          <p14:tracePt t="80440" x="6757988" y="3976688"/>
          <p14:tracePt t="80468" x="6757988" y="3990975"/>
          <p14:tracePt t="80519" x="6757988" y="4003675"/>
          <p14:tracePt t="80524" x="6678613" y="4016375"/>
          <p14:tracePt t="80532" x="6599238" y="4016375"/>
          <p14:tracePt t="80541" x="6532563" y="4016375"/>
          <p14:tracePt t="80546" x="6413500" y="4016375"/>
          <p14:tracePt t="80553" x="6373813" y="4016375"/>
          <p14:tracePt t="80560" x="6321425" y="4016375"/>
          <p14:tracePt t="80568" x="6294438" y="4030663"/>
          <p14:tracePt t="80574" x="6175375" y="4030663"/>
          <p14:tracePt t="80582" x="6096000" y="4030663"/>
          <p14:tracePt t="80591" x="5949950" y="4056063"/>
          <p14:tracePt t="80596" x="5843588" y="4056063"/>
          <p14:tracePt t="80604" x="5684838" y="4043363"/>
          <p14:tracePt t="80611" x="5605463" y="4056063"/>
          <p14:tracePt t="80626" x="5394325" y="4070350"/>
          <p14:tracePt t="80632" x="5248275" y="4070350"/>
          <p14:tracePt t="80642" x="5114925" y="4070350"/>
          <p14:tracePt t="80645" x="4956175" y="4070350"/>
          <p14:tracePt t="80653" x="4837113" y="4070350"/>
          <p14:tracePt t="80660" x="4770438" y="4070350"/>
          <p14:tracePt t="80668" x="4664075" y="4070350"/>
          <p14:tracePt t="80674" x="4505325" y="4070350"/>
          <p14:tracePt t="80682" x="4294188" y="4070350"/>
          <p14:tracePt t="80691" x="4175125" y="4043363"/>
          <p14:tracePt t="80696" x="4041775" y="4043363"/>
          <p14:tracePt t="80705" x="3935413" y="4043363"/>
          <p14:tracePt t="80711" x="3856038" y="4056063"/>
          <p14:tracePt t="80717" x="3709988" y="4030663"/>
          <p14:tracePt t="80725" x="3644900" y="4030663"/>
          <p14:tracePt t="80732" x="3511550" y="4056063"/>
          <p14:tracePt t="80742" x="3405188" y="4056063"/>
          <p14:tracePt t="80746" x="3300413" y="4056063"/>
          <p14:tracePt t="80753" x="3233738" y="4056063"/>
          <p14:tracePt t="80760" x="3167063" y="4056063"/>
          <p14:tracePt t="80767" x="3127375" y="4056063"/>
          <p14:tracePt t="80774" x="3035300" y="4056063"/>
          <p14:tracePt t="80784" x="2955925" y="4070350"/>
          <p14:tracePt t="80791" x="2874963" y="4070350"/>
          <p14:tracePt t="80796" x="2782888" y="4070350"/>
          <p14:tracePt t="80804" x="2676525" y="4070350"/>
          <p14:tracePt t="80810" x="2624138" y="4083050"/>
          <p14:tracePt t="80817" x="2490788" y="4083050"/>
          <p14:tracePt t="80824" x="2465388" y="4083050"/>
          <p14:tracePt t="80832" x="2411413" y="4095750"/>
          <p14:tracePt t="80841" x="2359025" y="4095750"/>
          <p14:tracePt t="80846" x="2319338" y="4083050"/>
          <p14:tracePt t="80854" x="2292350" y="4083050"/>
          <p14:tracePt t="80882" x="2279650" y="4070350"/>
          <p14:tracePt t="81119" x="2173288" y="4056063"/>
          <p14:tracePt t="81134" x="2014538" y="4043363"/>
          <p14:tracePt t="81143" x="1920875" y="4030663"/>
          <p14:tracePt t="81148" x="1855788" y="4016375"/>
          <p14:tracePt t="81156" x="1789113" y="4016375"/>
          <p14:tracePt t="81160" x="1722438" y="4003675"/>
          <p14:tracePt t="81172" x="1643063" y="3990975"/>
          <p14:tracePt t="81176" x="1603375" y="3990975"/>
          <p14:tracePt t="81181" x="1524000" y="3990975"/>
          <p14:tracePt t="81191" x="1497013" y="3990975"/>
          <p14:tracePt t="81196" x="1431925" y="3990975"/>
          <p14:tracePt t="81204" x="1404938" y="3990975"/>
          <p14:tracePt t="81210" x="1377950" y="4003675"/>
          <p14:tracePt t="81218" x="1350963" y="4016375"/>
          <p14:tracePt t="81224" x="1325563" y="4016375"/>
          <p14:tracePt t="81245" x="1311275" y="4016375"/>
          <p14:tracePt t="81362" x="1417638" y="4003675"/>
          <p14:tracePt t="81369" x="1536700" y="3976688"/>
          <p14:tracePt t="81376" x="1670050" y="3937000"/>
          <p14:tracePt t="81382" x="1816100" y="3924300"/>
          <p14:tracePt t="81395" x="2041525" y="3897313"/>
          <p14:tracePt t="81404" x="2265363" y="3884613"/>
          <p14:tracePt t="81410" x="2451100" y="3857625"/>
          <p14:tracePt t="81418" x="2676525" y="3844925"/>
          <p14:tracePt t="81424" x="2822575" y="3844925"/>
          <p14:tracePt t="81432" x="3008313" y="3830638"/>
          <p14:tracePt t="81441" x="3273425" y="3830638"/>
          <p14:tracePt t="81445" x="3551238" y="3790950"/>
          <p14:tracePt t="81454" x="3709988" y="3790950"/>
          <p14:tracePt t="81460" x="3870325" y="3790950"/>
          <p14:tracePt t="81466" x="4094163" y="3765550"/>
          <p14:tracePt t="81474" x="4492625" y="3738563"/>
          <p14:tracePt t="81481" x="4730750" y="3724275"/>
          <p14:tracePt t="81489" x="4889500" y="3698875"/>
          <p14:tracePt t="81495" x="5075238" y="3698875"/>
          <p14:tracePt t="81504" x="5327650" y="3684588"/>
          <p14:tracePt t="81509" x="5553075" y="3684588"/>
          <p14:tracePt t="81517" x="5699125" y="3698875"/>
          <p14:tracePt t="81524" x="5818188" y="3698875"/>
          <p14:tracePt t="81531" x="5937250" y="3698875"/>
          <p14:tracePt t="81540" x="6083300" y="3698875"/>
          <p14:tracePt t="81546" x="6162675" y="3698875"/>
          <p14:tracePt t="81556" x="6215063" y="3711575"/>
          <p14:tracePt t="81563" x="6254750" y="3724275"/>
          <p14:tracePt t="81569" x="6269038" y="3724275"/>
          <p14:tracePt t="81575" x="6281738" y="3724275"/>
          <p14:tracePt t="81888" x="6334125" y="3765550"/>
          <p14:tracePt t="81895" x="6413500" y="3790950"/>
          <p14:tracePt t="81905" x="6532563" y="3870325"/>
          <p14:tracePt t="81910" x="6573838" y="3884613"/>
          <p14:tracePt t="81917" x="6626225" y="3924300"/>
          <p14:tracePt t="81925" x="6665913" y="3963988"/>
          <p14:tracePt t="81932" x="6678613" y="3963988"/>
          <p14:tracePt t="81939" x="6692900" y="3990975"/>
          <p14:tracePt t="81945" x="6705600" y="4003675"/>
          <p14:tracePt t="81954" x="6718300" y="4016375"/>
          <p14:tracePt t="81974" x="6732588" y="4030663"/>
          <p14:tracePt t="81990" x="6745288" y="4030663"/>
          <p14:tracePt t="82005" x="6757988" y="4043363"/>
          <p14:tracePt t="82010" x="6772275" y="4043363"/>
          <p14:tracePt t="82017" x="6772275" y="4056063"/>
          <p14:tracePt t="82031" x="6797675" y="4070350"/>
          <p14:tracePt t="82039" x="6824663" y="4070350"/>
          <p14:tracePt t="82046" x="6837363" y="4070350"/>
          <p14:tracePt t="82055" x="6864350" y="4070350"/>
          <p14:tracePt t="82067" x="6878638" y="4070350"/>
          <p14:tracePt t="82074" x="6904038" y="4070350"/>
          <p14:tracePt t="82081" x="6918325" y="4070350"/>
          <p14:tracePt t="82088" x="6943725" y="4070350"/>
          <p14:tracePt t="82105" x="6970713" y="4070350"/>
          <p14:tracePt t="82110" x="6997700" y="4070350"/>
          <p14:tracePt t="82117" x="7010400" y="4070350"/>
          <p14:tracePt t="82132" x="7037388" y="4070350"/>
          <p14:tracePt t="82154" x="7050088" y="4070350"/>
          <p14:tracePt t="82174" x="7077075" y="4070350"/>
          <p14:tracePt t="82188" x="7089775" y="4070350"/>
          <p14:tracePt t="82196" x="7102475" y="4070350"/>
          <p14:tracePt t="82204" x="7116763" y="4070350"/>
          <p14:tracePt t="82210" x="7129463" y="4083050"/>
          <p14:tracePt t="82217" x="7156450" y="4083050"/>
          <p14:tracePt t="82232" x="7169150" y="4083050"/>
          <p14:tracePt t="82254" x="7183438" y="4083050"/>
          <p14:tracePt t="82304" x="7196138" y="4083050"/>
          <p14:tracePt t="82368" x="7142163" y="4083050"/>
          <p14:tracePt t="82375" x="7102475" y="4083050"/>
          <p14:tracePt t="82382" x="7062788" y="4083050"/>
          <p14:tracePt t="82390" x="7023100" y="4083050"/>
          <p14:tracePt t="82396" x="6983413" y="4083050"/>
          <p14:tracePt t="82404" x="6943725" y="4083050"/>
          <p14:tracePt t="82410" x="6918325" y="4083050"/>
          <p14:tracePt t="82418" x="6864350" y="4083050"/>
          <p14:tracePt t="82425" x="6784975" y="4095750"/>
          <p14:tracePt t="82432" x="6718300" y="4095750"/>
          <p14:tracePt t="82440" x="6665913" y="4110038"/>
          <p14:tracePt t="82446" x="6626225" y="4110038"/>
          <p14:tracePt t="82455" x="6586538" y="4110038"/>
          <p14:tracePt t="82461" x="6519863" y="4122738"/>
          <p14:tracePt t="82467" x="6453188" y="4122738"/>
          <p14:tracePt t="82475" x="6361113" y="4149725"/>
          <p14:tracePt t="82481" x="6321425" y="4149725"/>
          <p14:tracePt t="82490" x="6294438" y="4149725"/>
          <p14:tracePt t="82495" x="6242050" y="4149725"/>
          <p14:tracePt t="82506" x="6227763" y="4149725"/>
          <p14:tracePt t="82511" x="6215063" y="4149725"/>
          <p14:tracePt t="82532" x="6202363" y="4149725"/>
          <p14:tracePt t="82660" x="6227763" y="4149725"/>
          <p14:tracePt t="82667" x="6281738" y="4149725"/>
          <p14:tracePt t="82675" x="6373813" y="4149725"/>
          <p14:tracePt t="82681" x="6427788" y="4149725"/>
          <p14:tracePt t="82688" x="6480175" y="4149725"/>
          <p14:tracePt t="82696" x="6586538" y="4149725"/>
          <p14:tracePt t="82705" x="6638925" y="4149725"/>
          <p14:tracePt t="82709" x="6732588" y="4149725"/>
          <p14:tracePt t="82717" x="6797675" y="4149725"/>
          <p14:tracePt t="82725" x="6864350" y="4175125"/>
          <p14:tracePt t="82731" x="6983413" y="4162425"/>
          <p14:tracePt t="82738" x="7062788" y="4162425"/>
          <p14:tracePt t="82745" x="7116763" y="4162425"/>
          <p14:tracePt t="82755" x="7169150" y="4162425"/>
          <p14:tracePt t="82760" x="7223125" y="4162425"/>
          <p14:tracePt t="82767" x="7248525" y="4149725"/>
          <p14:tracePt t="82774" x="7275513" y="4149725"/>
          <p14:tracePt t="82782" x="7302500" y="4149725"/>
          <p14:tracePt t="82789" x="7342188" y="4149725"/>
          <p14:tracePt t="82804" x="7354888" y="4149725"/>
          <p14:tracePt t="82824" x="7367588" y="4149725"/>
          <p14:tracePt t="82919" x="7354888" y="4149725"/>
          <p14:tracePt t="82927" x="7315200" y="4149725"/>
          <p14:tracePt t="82934" x="7275513" y="4149725"/>
          <p14:tracePt t="82942" x="7262813" y="4149725"/>
          <p14:tracePt t="82947" x="7169150" y="4149725"/>
          <p14:tracePt t="82957" x="7089775" y="4149725"/>
          <p14:tracePt t="82963" x="6970713" y="4149725"/>
          <p14:tracePt t="82967" x="6878638" y="4149725"/>
          <p14:tracePt t="82975" x="6757988" y="4149725"/>
          <p14:tracePt t="82982" x="6665913" y="4149725"/>
          <p14:tracePt t="82989" x="6613525" y="4149725"/>
          <p14:tracePt t="82996" x="6507163" y="4149725"/>
          <p14:tracePt t="83005" x="6413500" y="4149725"/>
          <p14:tracePt t="83010" x="6308725" y="4149725"/>
          <p14:tracePt t="83018" x="6215063" y="4135438"/>
          <p14:tracePt t="83025" x="6135688" y="4135438"/>
          <p14:tracePt t="83032" x="6096000" y="4135438"/>
          <p14:tracePt t="83038" x="6069013" y="4135438"/>
          <p14:tracePt t="83045" x="6043613" y="4135438"/>
          <p14:tracePt t="83132" x="6043613" y="4122738"/>
          <p14:tracePt t="83138" x="6083300" y="4110038"/>
          <p14:tracePt t="83146" x="6135688" y="4110038"/>
          <p14:tracePt t="83154" x="6202363" y="4110038"/>
          <p14:tracePt t="83160" x="6254750" y="4095750"/>
          <p14:tracePt t="83167" x="6334125" y="4083050"/>
          <p14:tracePt t="83174" x="6388100" y="4083050"/>
          <p14:tracePt t="83182" x="6440488" y="4083050"/>
          <p14:tracePt t="83188" x="6507163" y="4083050"/>
          <p14:tracePt t="83195" x="6573838" y="4083050"/>
          <p14:tracePt t="83205" x="6613525" y="4083050"/>
          <p14:tracePt t="83210" x="6718300" y="4083050"/>
          <p14:tracePt t="83217" x="6745288" y="4083050"/>
          <p14:tracePt t="83224" x="6811963" y="4083050"/>
          <p14:tracePt t="83232" x="6851650" y="4083050"/>
          <p14:tracePt t="83237" x="6918325" y="4083050"/>
          <p14:tracePt t="83255" x="6943725" y="4083050"/>
          <p14:tracePt t="83260" x="6958013" y="4095750"/>
          <p14:tracePt t="83282" x="6970713" y="4095750"/>
          <p14:tracePt t="83324" x="6943725" y="4095750"/>
          <p14:tracePt t="83331" x="6904038" y="4095750"/>
          <p14:tracePt t="83338" x="6851650" y="4095750"/>
          <p14:tracePt t="83346" x="6797675" y="4095750"/>
          <p14:tracePt t="83355" x="6745288" y="4083050"/>
          <p14:tracePt t="83360" x="6692900" y="4083050"/>
          <p14:tracePt t="83367" x="6626225" y="4056063"/>
          <p14:tracePt t="83374" x="6613525" y="4056063"/>
          <p14:tracePt t="83381" x="6573838" y="4056063"/>
          <p14:tracePt t="83388" x="6532563" y="4056063"/>
          <p14:tracePt t="83395" x="6492875" y="4043363"/>
          <p14:tracePt t="83404" x="6480175" y="4043363"/>
          <p14:tracePt t="83410" x="6453188" y="4043363"/>
          <p14:tracePt t="83417" x="6413500" y="4030663"/>
          <p14:tracePt t="83424" x="6400800" y="4030663"/>
          <p14:tracePt t="83431" x="6373813" y="4030663"/>
          <p14:tracePt t="83446" x="6361113" y="4030663"/>
          <p14:tracePt t="83474" x="6348413" y="4030663"/>
          <p14:tracePt t="83754" x="6308725" y="4030663"/>
          <p14:tracePt t="83760" x="6254750" y="4030663"/>
          <p14:tracePt t="83768" x="6188075" y="4016375"/>
          <p14:tracePt t="83775" x="6135688" y="4003675"/>
          <p14:tracePt t="83783" x="6096000" y="3990975"/>
          <p14:tracePt t="83787" x="6056313" y="3990975"/>
          <p14:tracePt t="83796" x="5989638" y="3976688"/>
          <p14:tracePt t="83804" x="5964238" y="3976688"/>
          <p14:tracePt t="83809" x="5883275" y="3963988"/>
          <p14:tracePt t="83816" x="5791200" y="3937000"/>
          <p14:tracePt t="83824" x="5645150" y="3910013"/>
          <p14:tracePt t="83830" x="5578475" y="3910013"/>
          <p14:tracePt t="83839" x="5434013" y="3884613"/>
          <p14:tracePt t="83845" x="5287963" y="3870325"/>
          <p14:tracePt t="83854" x="5221288" y="3870325"/>
          <p14:tracePt t="83860" x="5168900" y="3870325"/>
          <p14:tracePt t="83867" x="5129213" y="3870325"/>
          <p14:tracePt t="83874" x="5062538" y="3870325"/>
          <p14:tracePt t="83881" x="4968875" y="3857625"/>
          <p14:tracePt t="83888" x="4929188" y="3857625"/>
          <p14:tracePt t="83895" x="4849813" y="3857625"/>
          <p14:tracePt t="83904" x="4770438" y="3857625"/>
          <p14:tracePt t="83909" x="4718050" y="3857625"/>
          <p14:tracePt t="83917" x="4611688" y="3857625"/>
          <p14:tracePt t="83924" x="4584700" y="3857625"/>
          <p14:tracePt t="83930" x="4532313" y="3857625"/>
          <p14:tracePt t="83938" x="4505325" y="3857625"/>
          <p14:tracePt t="83945" x="4465638" y="3870325"/>
          <p14:tracePt t="83954" x="4440238" y="3870325"/>
          <p14:tracePt t="83959" x="4425950" y="3870325"/>
          <p14:tracePt t="83967" x="4398963" y="3870325"/>
          <p14:tracePt t="83974" x="4373563" y="3870325"/>
          <p14:tracePt t="83996" x="4359275" y="3870325"/>
          <p14:tracePt t="84038" x="4346575" y="3870325"/>
          <p14:tracePt t="84074" x="4359275" y="3884613"/>
          <p14:tracePt t="84111" x="4359275" y="3897313"/>
          <p14:tracePt t="84117" x="4373563" y="3910013"/>
          <p14:tracePt t="84131" x="4398963" y="3937000"/>
          <p14:tracePt t="84137" x="4440238" y="3937000"/>
          <p14:tracePt t="84145" x="4492625" y="3963988"/>
          <p14:tracePt t="84154" x="4519613" y="3976688"/>
          <p14:tracePt t="84159" x="4611688" y="4016375"/>
          <p14:tracePt t="84166" x="4651375" y="4030663"/>
          <p14:tracePt t="84173" x="4770438" y="4056063"/>
          <p14:tracePt t="84180" x="4876800" y="4083050"/>
          <p14:tracePt t="84187" x="4956175" y="4110038"/>
          <p14:tracePt t="84194" x="5022850" y="4122738"/>
          <p14:tracePt t="84203" x="5089525" y="4122738"/>
          <p14:tracePt t="84208" x="5129213" y="4122738"/>
          <p14:tracePt t="84216" x="5194300" y="4122738"/>
          <p14:tracePt t="84224" x="5248275" y="4122738"/>
          <p14:tracePt t="84231" x="5340350" y="4122738"/>
          <p14:tracePt t="84237" x="5407025" y="4122738"/>
          <p14:tracePt t="84244" x="5473700" y="4095750"/>
          <p14:tracePt t="84254" x="5592763" y="4083050"/>
          <p14:tracePt t="84259" x="5659438" y="4070350"/>
          <p14:tracePt t="84265" x="5724525" y="4070350"/>
          <p14:tracePt t="84273" x="5751513" y="4070350"/>
          <p14:tracePt t="84281" x="5818188" y="4070350"/>
          <p14:tracePt t="84287" x="5843588" y="4070350"/>
          <p14:tracePt t="84295" x="5857875" y="4056063"/>
          <p14:tracePt t="84304" x="5870575" y="4056063"/>
          <p14:tracePt t="84310" x="5897563" y="4056063"/>
          <p14:tracePt t="84338" x="5897563" y="4043363"/>
          <p14:tracePt t="84353" x="5910263" y="4043363"/>
          <p14:tracePt t="84395" x="5870575" y="4043363"/>
          <p14:tracePt t="84403" x="5830888" y="4043363"/>
          <p14:tracePt t="84409" x="5764213" y="4043363"/>
          <p14:tracePt t="84418" x="5672138" y="4043363"/>
          <p14:tracePt t="84424" x="5565775" y="4030663"/>
          <p14:tracePt t="84430" x="5459413" y="4030663"/>
          <p14:tracePt t="84437" x="5354638" y="4030663"/>
          <p14:tracePt t="84445" x="5233988" y="4030663"/>
          <p14:tracePt t="84454" x="5154613" y="4030663"/>
          <p14:tracePt t="84459" x="5075238" y="4030663"/>
          <p14:tracePt t="84466" x="4943475" y="4056063"/>
          <p14:tracePt t="84474" x="4797425" y="4056063"/>
          <p14:tracePt t="84482" x="4678363" y="4056063"/>
          <p14:tracePt t="84488" x="4559300" y="4070350"/>
          <p14:tracePt t="84495" x="4479925" y="4083050"/>
          <p14:tracePt t="84504" x="4398963" y="4095750"/>
          <p14:tracePt t="84510" x="4359275" y="4095750"/>
          <p14:tracePt t="84516" x="4306888" y="4122738"/>
          <p14:tracePt t="84523" x="4294188" y="4122738"/>
          <p14:tracePt t="84531" x="4267200" y="4135438"/>
          <p14:tracePt t="84854" x="4294188" y="4122738"/>
          <p14:tracePt t="84860" x="4319588" y="4122738"/>
          <p14:tracePt t="84866" x="4386263" y="4122738"/>
          <p14:tracePt t="84872" x="4425950" y="4110038"/>
          <p14:tracePt t="84879" x="4479925" y="4095750"/>
          <p14:tracePt t="84886" x="4572000" y="4095750"/>
          <p14:tracePt t="84894" x="4678363" y="4083050"/>
          <p14:tracePt t="84902" x="4770438" y="4083050"/>
          <p14:tracePt t="84908" x="4876800" y="4083050"/>
          <p14:tracePt t="84915" x="4956175" y="4070350"/>
          <p14:tracePt t="84922" x="5022850" y="4070350"/>
          <p14:tracePt t="84930" x="5102225" y="4070350"/>
          <p14:tracePt t="84938" x="5168900" y="4056063"/>
          <p14:tracePt t="84944" x="5233988" y="4043363"/>
          <p14:tracePt t="84953" x="5340350" y="4030663"/>
          <p14:tracePt t="84958" x="5380038" y="4016375"/>
          <p14:tracePt t="84966" x="5446713" y="4016375"/>
          <p14:tracePt t="84973" x="5473700" y="4003675"/>
          <p14:tracePt t="84980" x="5499100" y="4003675"/>
          <p14:tracePt t="84987" x="5538788" y="3990975"/>
          <p14:tracePt t="85009" x="5553075" y="3990975"/>
          <p14:tracePt t="85073" x="5553075" y="3976688"/>
          <p14:tracePt t="85081" x="5526088" y="3976688"/>
          <p14:tracePt t="85087" x="5486400" y="3963988"/>
          <p14:tracePt t="85095" x="5446713" y="3949700"/>
          <p14:tracePt t="85103" x="5354638" y="3937000"/>
          <p14:tracePt t="85110" x="5260975" y="3910013"/>
          <p14:tracePt t="85117" x="5233988" y="3910013"/>
          <p14:tracePt t="85124" x="5154613" y="3910013"/>
          <p14:tracePt t="85130" x="5114925" y="3910013"/>
          <p14:tracePt t="85137" x="5035550" y="3924300"/>
          <p14:tracePt t="85145" x="4968875" y="3937000"/>
          <p14:tracePt t="85153" x="4837113" y="3949700"/>
          <p14:tracePt t="85159" x="4730750" y="3963988"/>
          <p14:tracePt t="85166" x="4611688" y="3963988"/>
          <p14:tracePt t="85173" x="4479925" y="3976688"/>
          <p14:tracePt t="85181" x="4425950" y="4003675"/>
          <p14:tracePt t="85187" x="4346575" y="4003675"/>
          <p14:tracePt t="85195" x="4306888" y="4003675"/>
          <p14:tracePt t="85203" x="4267200" y="4016375"/>
          <p14:tracePt t="85209" x="4240213" y="4030663"/>
          <p14:tracePt t="85217" x="4200525" y="4043363"/>
          <p14:tracePt t="85223" x="4175125" y="4043363"/>
          <p14:tracePt t="85230" x="4160838" y="4043363"/>
          <p14:tracePt t="85237" x="4148138" y="4043363"/>
          <p14:tracePt t="85259" x="4135438" y="4056063"/>
          <p14:tracePt t="85381" x="4148138" y="4070350"/>
          <p14:tracePt t="85387" x="4175125" y="4070350"/>
          <p14:tracePt t="85394" x="4187825" y="4083050"/>
          <p14:tracePt t="85404" x="4200525" y="4083050"/>
          <p14:tracePt t="85409" x="4214813" y="4083050"/>
          <p14:tracePt t="85416" x="4227513" y="4083050"/>
          <p14:tracePt t="85423" x="4240213" y="4083050"/>
          <p14:tracePt t="85430" x="4279900" y="4095750"/>
          <p14:tracePt t="85437" x="4306888" y="4095750"/>
          <p14:tracePt t="85444" x="4346575" y="4122738"/>
          <p14:tracePt t="85451" x="4413250" y="4122738"/>
          <p14:tracePt t="85458" x="4452938" y="4122738"/>
          <p14:tracePt t="85466" x="4505325" y="4135438"/>
          <p14:tracePt t="85473" x="4559300" y="4135438"/>
          <p14:tracePt t="85480" x="4624388" y="4149725"/>
          <p14:tracePt t="85487" x="4678363" y="4149725"/>
          <p14:tracePt t="85495" x="4730750" y="4162425"/>
          <p14:tracePt t="85503" x="4770438" y="4162425"/>
          <p14:tracePt t="85509" x="4784725" y="4162425"/>
          <p14:tracePt t="85517" x="4810125" y="4162425"/>
          <p14:tracePt t="85524" x="4824413" y="4162425"/>
          <p14:tracePt t="85530" x="4837113" y="4162425"/>
          <p14:tracePt t="85595" x="4849813" y="4162425"/>
          <p14:tracePt t="86018" x="4849813" y="4175125"/>
          <p14:tracePt t="86319" x="4849813" y="4189413"/>
          <p14:tracePt t="86376" x="4849813" y="4202113"/>
          <p14:tracePt t="86396" x="4837113" y="4202113"/>
          <p14:tracePt t="86539" x="4837113" y="4214813"/>
          <p14:tracePt t="86603" x="4837113" y="4229100"/>
          <p14:tracePt t="91986" x="4824413" y="4229100"/>
          <p14:tracePt t="93245" x="4824413" y="4214813"/>
          <p14:tracePt t="93272" x="4837113" y="4214813"/>
          <p14:tracePt t="93359" x="4837113" y="4202113"/>
          <p14:tracePt t="93379" x="4849813" y="4202113"/>
          <p14:tracePt t="93386" x="4876800" y="4175125"/>
          <p14:tracePt t="93396" x="4916488" y="4149725"/>
          <p14:tracePt t="93400" x="4943475" y="4135438"/>
          <p14:tracePt t="93405" x="4995863" y="4110038"/>
          <p14:tracePt t="93413" x="5062538" y="4070350"/>
          <p14:tracePt t="93421" x="5114925" y="4016375"/>
          <p14:tracePt t="93427" x="5194300" y="3963988"/>
          <p14:tracePt t="93434" x="5327650" y="3870325"/>
          <p14:tracePt t="93443" x="5446713" y="3738563"/>
          <p14:tracePt t="93449" x="5592763" y="3486150"/>
          <p14:tracePt t="93456" x="5738813" y="3181350"/>
          <p14:tracePt t="93463" x="5843588" y="3009900"/>
          <p14:tracePt t="93471" x="6016625" y="2651125"/>
          <p14:tracePt t="93479" x="6281738" y="2068513"/>
          <p14:tracePt t="93485" x="6440488" y="1590675"/>
          <p14:tracePt t="93495" x="6613525" y="1246188"/>
          <p14:tracePt t="93499" x="6837363" y="703263"/>
          <p14:tracePt t="93506" x="6983413" y="198438"/>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8EB86A-9B6E-B183-0E6B-912BC820E674}"/>
              </a:ext>
            </a:extLst>
          </p:cNvPr>
          <p:cNvSpPr/>
          <p:nvPr/>
        </p:nvSpPr>
        <p:spPr>
          <a:xfrm>
            <a:off x="0" y="624066"/>
            <a:ext cx="9060873" cy="4770537"/>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200" b="1" dirty="0">
                <a:latin typeface="+mn-lt"/>
              </a:rPr>
              <a:t>Confidentiality (encryption)</a:t>
            </a:r>
            <a:r>
              <a:rPr lang="en-US" sz="2200" dirty="0">
                <a:latin typeface="+mn-lt"/>
              </a:rPr>
              <a:t> – </a:t>
            </a:r>
            <a:r>
              <a:rPr lang="en-US" sz="2200" dirty="0">
                <a:solidFill>
                  <a:srgbClr val="FF0066"/>
                </a:solidFill>
                <a:latin typeface="+mn-lt"/>
              </a:rPr>
              <a:t>encrypt the data </a:t>
            </a:r>
            <a:r>
              <a:rPr lang="en-US" sz="2200" dirty="0">
                <a:latin typeface="+mn-lt"/>
              </a:rPr>
              <a:t>before transmitting across the network</a:t>
            </a:r>
          </a:p>
          <a:p>
            <a:pPr marL="236538" indent="-236538" algn="l" defTabSz="814388">
              <a:lnSpc>
                <a:spcPct val="95000"/>
              </a:lnSpc>
              <a:spcBef>
                <a:spcPct val="50000"/>
              </a:spcBef>
              <a:buClr>
                <a:srgbClr val="708CA1"/>
              </a:buClr>
              <a:buFont typeface="Wingdings" pitchFamily="2" charset="2"/>
              <a:buChar char="§"/>
            </a:pPr>
            <a:r>
              <a:rPr lang="en-US" sz="2200" b="1" dirty="0">
                <a:latin typeface="+mn-lt"/>
              </a:rPr>
              <a:t>Integrity</a:t>
            </a:r>
            <a:r>
              <a:rPr lang="en-US" sz="2200" dirty="0">
                <a:latin typeface="+mn-lt"/>
              </a:rPr>
              <a:t> – verify that </a:t>
            </a:r>
            <a:r>
              <a:rPr lang="en-US" sz="2200" dirty="0">
                <a:solidFill>
                  <a:srgbClr val="FF0066"/>
                </a:solidFill>
                <a:latin typeface="+mn-lt"/>
              </a:rPr>
              <a:t>data has not been changed </a:t>
            </a:r>
            <a:r>
              <a:rPr lang="en-US" sz="2200" dirty="0">
                <a:latin typeface="+mn-lt"/>
              </a:rPr>
              <a:t>while in transit, if tampering is detected, the packet is dropped</a:t>
            </a:r>
          </a:p>
          <a:p>
            <a:pPr marL="236538" indent="-236538" algn="l" defTabSz="814388">
              <a:lnSpc>
                <a:spcPct val="95000"/>
              </a:lnSpc>
              <a:spcBef>
                <a:spcPct val="50000"/>
              </a:spcBef>
              <a:buClr>
                <a:srgbClr val="708CA1"/>
              </a:buClr>
              <a:buFont typeface="Wingdings" pitchFamily="2" charset="2"/>
              <a:buChar char="§"/>
            </a:pPr>
            <a:r>
              <a:rPr lang="en-US" sz="2200" b="1" dirty="0">
                <a:latin typeface="+mn-lt"/>
              </a:rPr>
              <a:t>Authentication</a:t>
            </a:r>
            <a:r>
              <a:rPr lang="en-US" sz="2200" dirty="0">
                <a:latin typeface="+mn-lt"/>
              </a:rPr>
              <a:t> – </a:t>
            </a:r>
            <a:r>
              <a:rPr lang="en-US" sz="2200" dirty="0">
                <a:solidFill>
                  <a:srgbClr val="FF0066"/>
                </a:solidFill>
                <a:latin typeface="+mn-lt"/>
              </a:rPr>
              <a:t>verify the identity of the source </a:t>
            </a:r>
            <a:r>
              <a:rPr lang="en-US" sz="2200" dirty="0">
                <a:latin typeface="+mn-lt"/>
              </a:rPr>
              <a:t>of the data that is sent, ensures that the connection is made with the desired communication partner, </a:t>
            </a:r>
            <a:r>
              <a:rPr lang="en-US" sz="2200" dirty="0">
                <a:solidFill>
                  <a:srgbClr val="009900"/>
                </a:solidFill>
                <a:latin typeface="+mn-lt"/>
              </a:rPr>
              <a:t>IPsec uses Internet Key Exchange (IKE) to authenticate</a:t>
            </a:r>
            <a:r>
              <a:rPr lang="en-US" sz="2200" dirty="0">
                <a:latin typeface="+mn-lt"/>
              </a:rPr>
              <a:t> users and devices that can carry out communication independently.</a:t>
            </a:r>
          </a:p>
          <a:p>
            <a:pPr marL="236538" indent="-236538" algn="l" defTabSz="814388">
              <a:lnSpc>
                <a:spcPct val="95000"/>
              </a:lnSpc>
              <a:spcBef>
                <a:spcPct val="50000"/>
              </a:spcBef>
              <a:buClr>
                <a:srgbClr val="708CA1"/>
              </a:buClr>
              <a:buFont typeface="Wingdings" pitchFamily="2" charset="2"/>
              <a:buChar char="§"/>
            </a:pPr>
            <a:r>
              <a:rPr lang="en-US" sz="2200" b="1" dirty="0">
                <a:latin typeface="+mn-lt"/>
              </a:rPr>
              <a:t>Anti-Replay Protection</a:t>
            </a:r>
            <a:r>
              <a:rPr lang="en-US" sz="2200" dirty="0"/>
              <a:t> –</a:t>
            </a:r>
            <a:r>
              <a:rPr lang="en-US" sz="2200" dirty="0">
                <a:latin typeface="+mn-lt"/>
              </a:rPr>
              <a:t> detect and reject replayed packets and </a:t>
            </a:r>
            <a:r>
              <a:rPr lang="en-US" sz="2200" dirty="0">
                <a:solidFill>
                  <a:srgbClr val="FF0066"/>
                </a:solidFill>
                <a:latin typeface="+mn-lt"/>
              </a:rPr>
              <a:t>helps prevent spoofing</a:t>
            </a:r>
            <a:endParaRPr lang="en-US" sz="2200" dirty="0"/>
          </a:p>
          <a:p>
            <a:endParaRPr lang="en-US" sz="2200" b="1" dirty="0">
              <a:solidFill>
                <a:srgbClr val="00B050"/>
              </a:solidFill>
            </a:endParaRPr>
          </a:p>
          <a:p>
            <a:r>
              <a:rPr lang="en-US" sz="2200" b="1" dirty="0">
                <a:solidFill>
                  <a:srgbClr val="00B050"/>
                </a:solidFill>
              </a:rPr>
              <a:t>C</a:t>
            </a:r>
            <a:r>
              <a:rPr lang="en-US" sz="2200" b="1" dirty="0"/>
              <a:t>onfidentiality, </a:t>
            </a:r>
            <a:r>
              <a:rPr lang="en-US" sz="2200" b="1" dirty="0">
                <a:solidFill>
                  <a:srgbClr val="00B050"/>
                </a:solidFill>
              </a:rPr>
              <a:t>I</a:t>
            </a:r>
            <a:r>
              <a:rPr lang="en-US" sz="2200" b="1" dirty="0"/>
              <a:t>ntegrity, and </a:t>
            </a:r>
            <a:r>
              <a:rPr lang="en-US" sz="2200" b="1" dirty="0">
                <a:solidFill>
                  <a:srgbClr val="00B050"/>
                </a:solidFill>
              </a:rPr>
              <a:t>A</a:t>
            </a:r>
            <a:r>
              <a:rPr lang="en-US" sz="2200" b="1" dirty="0"/>
              <a:t>uthentication </a:t>
            </a:r>
          </a:p>
          <a:p>
            <a:pPr algn="l"/>
            <a:endParaRPr lang="en-US" dirty="0"/>
          </a:p>
        </p:txBody>
      </p:sp>
      <p:sp>
        <p:nvSpPr>
          <p:cNvPr id="5" name="Pladsholder til indhold 4">
            <a:extLst>
              <a:ext uri="{FF2B5EF4-FFF2-40B4-BE49-F238E27FC236}">
                <a16:creationId xmlns:a16="http://schemas.microsoft.com/office/drawing/2014/main" id="{7393A2F9-6972-4033-5825-239D9465ABEF}"/>
              </a:ext>
            </a:extLst>
          </p:cNvPr>
          <p:cNvSpPr>
            <a:spLocks noGrp="1"/>
          </p:cNvSpPr>
          <p:nvPr>
            <p:ph idx="1"/>
          </p:nvPr>
        </p:nvSpPr>
        <p:spPr/>
        <p:txBody>
          <a:bodyPr/>
          <a:lstStyle/>
          <a:p>
            <a:pPr marL="0" indent="0">
              <a:buNone/>
            </a:pPr>
            <a:r>
              <a:rPr lang="da-DK" altLang="da-DK"/>
              <a:t>             </a:t>
            </a:r>
            <a:r>
              <a:rPr lang="da-DK" altLang="da-DK">
                <a:solidFill>
                  <a:schemeClr val="accent5">
                    <a:lumMod val="75000"/>
                  </a:schemeClr>
                </a:solidFill>
              </a:rPr>
              <a:t>IPSec     (CIA)</a:t>
            </a:r>
            <a:endParaRPr lang="da-DK">
              <a:solidFill>
                <a:schemeClr val="accent5">
                  <a:lumMod val="75000"/>
                </a:schemeClr>
              </a:solidFill>
            </a:endParaRPr>
          </a:p>
        </p:txBody>
      </p:sp>
    </p:spTree>
    <p:extLst>
      <p:ext uri="{BB962C8B-B14F-4D97-AF65-F5344CB8AC3E}">
        <p14:creationId xmlns:p14="http://schemas.microsoft.com/office/powerpoint/2010/main" val="3407796993"/>
      </p:ext>
    </p:extLst>
  </p:cSld>
  <p:clrMapOvr>
    <a:masterClrMapping/>
  </p:clrMapOvr>
  <p:transition advTm="64793"/>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8EB86A-9B6E-B183-0E6B-912BC820E674}"/>
              </a:ext>
            </a:extLst>
          </p:cNvPr>
          <p:cNvSpPr/>
          <p:nvPr/>
        </p:nvSpPr>
        <p:spPr>
          <a:xfrm>
            <a:off x="0" y="624066"/>
            <a:ext cx="9060873" cy="2119042"/>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200">
                <a:latin typeface="+mn-lt"/>
              </a:rPr>
              <a:t>Her er en oversigt over forskellige muligheder i IPsec.</a:t>
            </a:r>
          </a:p>
          <a:p>
            <a:pPr marL="236538" indent="-236538" algn="l" defTabSz="814388">
              <a:lnSpc>
                <a:spcPct val="95000"/>
              </a:lnSpc>
              <a:spcBef>
                <a:spcPct val="50000"/>
              </a:spcBef>
              <a:buClr>
                <a:srgbClr val="708CA1"/>
              </a:buClr>
              <a:buFont typeface="Wingdings" pitchFamily="2" charset="2"/>
              <a:buChar char="§"/>
            </a:pPr>
            <a:r>
              <a:rPr lang="en-US" sz="2200"/>
              <a:t>Jeg gætter på at I genkender nogle af protokollerne/algoritmerne fra Wi-Fi sikkerhed?</a:t>
            </a:r>
          </a:p>
          <a:p>
            <a:pPr marL="236538" indent="-236538" algn="l" defTabSz="814388">
              <a:lnSpc>
                <a:spcPct val="95000"/>
              </a:lnSpc>
              <a:spcBef>
                <a:spcPct val="50000"/>
              </a:spcBef>
              <a:buClr>
                <a:srgbClr val="708CA1"/>
              </a:buClr>
              <a:buFont typeface="Wingdings" pitchFamily="2" charset="2"/>
              <a:buChar char="§"/>
            </a:pPr>
            <a:endParaRPr lang="en-US" sz="2200"/>
          </a:p>
          <a:p>
            <a:pPr marL="236538" indent="-236538" algn="l" defTabSz="814388">
              <a:lnSpc>
                <a:spcPct val="95000"/>
              </a:lnSpc>
              <a:spcBef>
                <a:spcPct val="50000"/>
              </a:spcBef>
              <a:buClr>
                <a:srgbClr val="708CA1"/>
              </a:buClr>
              <a:buFont typeface="Wingdings" pitchFamily="2" charset="2"/>
              <a:buChar char="§"/>
            </a:pPr>
            <a:endParaRPr lang="en-US" dirty="0"/>
          </a:p>
        </p:txBody>
      </p:sp>
      <p:sp>
        <p:nvSpPr>
          <p:cNvPr id="5" name="Pladsholder til indhold 4">
            <a:extLst>
              <a:ext uri="{FF2B5EF4-FFF2-40B4-BE49-F238E27FC236}">
                <a16:creationId xmlns:a16="http://schemas.microsoft.com/office/drawing/2014/main" id="{7393A2F9-6972-4033-5825-239D9465ABEF}"/>
              </a:ext>
            </a:extLst>
          </p:cNvPr>
          <p:cNvSpPr>
            <a:spLocks noGrp="1"/>
          </p:cNvSpPr>
          <p:nvPr>
            <p:ph idx="1"/>
          </p:nvPr>
        </p:nvSpPr>
        <p:spPr/>
        <p:txBody>
          <a:bodyPr/>
          <a:lstStyle/>
          <a:p>
            <a:pPr marL="0" indent="0">
              <a:buNone/>
            </a:pPr>
            <a:r>
              <a:rPr lang="da-DK" altLang="da-DK"/>
              <a:t>     </a:t>
            </a:r>
            <a:r>
              <a:rPr lang="da-DK" altLang="da-DK">
                <a:solidFill>
                  <a:schemeClr val="accent5">
                    <a:lumMod val="75000"/>
                  </a:schemeClr>
                </a:solidFill>
              </a:rPr>
              <a:t>IPSec</a:t>
            </a:r>
            <a:endParaRPr lang="da-DK">
              <a:solidFill>
                <a:schemeClr val="accent5">
                  <a:lumMod val="75000"/>
                </a:schemeClr>
              </a:solidFill>
            </a:endParaRPr>
          </a:p>
        </p:txBody>
      </p:sp>
      <p:pic>
        <p:nvPicPr>
          <p:cNvPr id="4" name="Billede 3">
            <a:extLst>
              <a:ext uri="{FF2B5EF4-FFF2-40B4-BE49-F238E27FC236}">
                <a16:creationId xmlns:a16="http://schemas.microsoft.com/office/drawing/2014/main" id="{A09AF7B0-5BFD-E74F-A983-E87DCB839340}"/>
              </a:ext>
            </a:extLst>
          </p:cNvPr>
          <p:cNvPicPr>
            <a:picLocks noChangeAspect="1"/>
          </p:cNvPicPr>
          <p:nvPr/>
        </p:nvPicPr>
        <p:blipFill>
          <a:blip r:embed="rId3"/>
          <a:stretch>
            <a:fillRect/>
          </a:stretch>
        </p:blipFill>
        <p:spPr>
          <a:xfrm>
            <a:off x="4372303" y="1652950"/>
            <a:ext cx="4771697" cy="3490550"/>
          </a:xfrm>
          <a:prstGeom prst="rect">
            <a:avLst/>
          </a:prstGeom>
        </p:spPr>
      </p:pic>
      <p:sp>
        <p:nvSpPr>
          <p:cNvPr id="7" name="Rectangle 1">
            <a:extLst>
              <a:ext uri="{FF2B5EF4-FFF2-40B4-BE49-F238E27FC236}">
                <a16:creationId xmlns:a16="http://schemas.microsoft.com/office/drawing/2014/main" id="{DF7F53A6-2A61-E28A-92B3-C449B70CED00}"/>
              </a:ext>
            </a:extLst>
          </p:cNvPr>
          <p:cNvSpPr/>
          <p:nvPr/>
        </p:nvSpPr>
        <p:spPr>
          <a:xfrm>
            <a:off x="0" y="2137128"/>
            <a:ext cx="4214649" cy="2914644"/>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200">
                <a:latin typeface="+mn-lt"/>
              </a:rPr>
              <a:t>Læg mærke til at I her kan se hvilke valg man har til de forskellige steps i sikkerhed, som kryptering, authentication osv.</a:t>
            </a:r>
          </a:p>
          <a:p>
            <a:pPr marL="236538" indent="-236538" algn="l" defTabSz="814388">
              <a:lnSpc>
                <a:spcPct val="95000"/>
              </a:lnSpc>
              <a:spcBef>
                <a:spcPct val="50000"/>
              </a:spcBef>
              <a:buClr>
                <a:srgbClr val="708CA1"/>
              </a:buClr>
              <a:buFont typeface="Wingdings" pitchFamily="2" charset="2"/>
              <a:buChar char="§"/>
            </a:pPr>
            <a:r>
              <a:rPr lang="en-US" sz="2200"/>
              <a:t>RSA er f.eks. en authentication protokol, ikke en krypteringsalgoritme </a:t>
            </a:r>
            <a:r>
              <a:rPr lang="en-US" sz="2200">
                <a:sym typeface="Wingdings" panose="05000000000000000000" pitchFamily="2" charset="2"/>
              </a:rPr>
              <a:t></a:t>
            </a:r>
            <a:endParaRPr lang="en-US" sz="2200"/>
          </a:p>
          <a:p>
            <a:pPr marL="236538" indent="-236538" algn="l" defTabSz="814388">
              <a:lnSpc>
                <a:spcPct val="95000"/>
              </a:lnSpc>
              <a:spcBef>
                <a:spcPct val="50000"/>
              </a:spcBef>
              <a:buClr>
                <a:srgbClr val="708CA1"/>
              </a:buClr>
              <a:buFont typeface="Wingdings" pitchFamily="2" charset="2"/>
              <a:buChar char="§"/>
            </a:pPr>
            <a:endParaRPr lang="en-US" dirty="0"/>
          </a:p>
        </p:txBody>
      </p:sp>
    </p:spTree>
    <p:extLst>
      <p:ext uri="{BB962C8B-B14F-4D97-AF65-F5344CB8AC3E}">
        <p14:creationId xmlns:p14="http://schemas.microsoft.com/office/powerpoint/2010/main" val="2842262224"/>
      </p:ext>
    </p:extLst>
  </p:cSld>
  <p:clrMapOvr>
    <a:masterClrMapping/>
  </p:clrMapOvr>
  <p:transition advTm="4530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el 1">
            <a:extLst>
              <a:ext uri="{FF2B5EF4-FFF2-40B4-BE49-F238E27FC236}">
                <a16:creationId xmlns:a16="http://schemas.microsoft.com/office/drawing/2014/main" id="{52198283-5348-4D0B-B791-9F4670E569AA}"/>
              </a:ext>
            </a:extLst>
          </p:cNvPr>
          <p:cNvSpPr>
            <a:spLocks noGrp="1"/>
          </p:cNvSpPr>
          <p:nvPr>
            <p:ph type="title"/>
          </p:nvPr>
        </p:nvSpPr>
        <p:spPr>
          <a:xfrm>
            <a:off x="0" y="-40958"/>
            <a:ext cx="9143999" cy="628650"/>
          </a:xfrm>
        </p:spPr>
        <p:txBody>
          <a:bodyPr/>
          <a:lstStyle/>
          <a:p>
            <a:r>
              <a:rPr lang="da-DK" altLang="da-DK" sz="3200">
                <a:solidFill>
                  <a:schemeClr val="accent5">
                    <a:lumMod val="75000"/>
                  </a:schemeClr>
                </a:solidFill>
              </a:rPr>
              <a:t>Symmetrisk vs. Asymmetrisk kryptering</a:t>
            </a:r>
          </a:p>
        </p:txBody>
      </p:sp>
      <p:sp>
        <p:nvSpPr>
          <p:cNvPr id="3" name="Pladsholder til indhold 2">
            <a:extLst>
              <a:ext uri="{FF2B5EF4-FFF2-40B4-BE49-F238E27FC236}">
                <a16:creationId xmlns:a16="http://schemas.microsoft.com/office/drawing/2014/main" id="{1E7178FD-0C5F-4651-AD61-BA2F0708DC43}"/>
              </a:ext>
            </a:extLst>
          </p:cNvPr>
          <p:cNvSpPr>
            <a:spLocks noGrp="1"/>
          </p:cNvSpPr>
          <p:nvPr>
            <p:ph idx="1"/>
          </p:nvPr>
        </p:nvSpPr>
        <p:spPr>
          <a:xfrm>
            <a:off x="0" y="587692"/>
            <a:ext cx="9144000" cy="4555808"/>
          </a:xfrm>
        </p:spPr>
        <p:txBody>
          <a:bodyPr/>
          <a:lstStyle/>
          <a:p>
            <a:pPr marL="0" indent="0" algn="l" defTabSz="814388">
              <a:lnSpc>
                <a:spcPct val="95000"/>
              </a:lnSpc>
              <a:spcBef>
                <a:spcPct val="50000"/>
              </a:spcBef>
              <a:buClr>
                <a:srgbClr val="708CA1"/>
              </a:buClr>
              <a:buNone/>
            </a:pPr>
            <a:r>
              <a:rPr lang="en-US" sz="1800" u="sng"/>
              <a:t>Symmetrisk:  </a:t>
            </a:r>
            <a:r>
              <a:rPr lang="en-US" sz="1800">
                <a:solidFill>
                  <a:srgbClr val="FF0066"/>
                </a:solidFill>
              </a:rPr>
              <a:t>Encryption and decryption use the same key.</a:t>
            </a:r>
          </a:p>
          <a:p>
            <a:pPr marL="236538" indent="-236538" algn="l" defTabSz="814388">
              <a:lnSpc>
                <a:spcPct val="95000"/>
              </a:lnSpc>
              <a:spcBef>
                <a:spcPct val="50000"/>
              </a:spcBef>
              <a:buClr>
                <a:srgbClr val="708CA1"/>
              </a:buClr>
              <a:buFont typeface="Wingdings" pitchFamily="2" charset="2"/>
              <a:buChar char="§"/>
            </a:pPr>
            <a:r>
              <a:rPr lang="en-US" sz="1800"/>
              <a:t>Each of the two networking devices must know the key to decode the information.</a:t>
            </a:r>
          </a:p>
          <a:p>
            <a:pPr marL="236538" indent="-236538" algn="l" defTabSz="814388">
              <a:lnSpc>
                <a:spcPct val="95000"/>
              </a:lnSpc>
              <a:spcBef>
                <a:spcPct val="50000"/>
              </a:spcBef>
              <a:buClr>
                <a:srgbClr val="708CA1"/>
              </a:buClr>
              <a:buFont typeface="Wingdings" pitchFamily="2" charset="2"/>
              <a:buChar char="§"/>
            </a:pPr>
            <a:r>
              <a:rPr lang="en-US" sz="1800"/>
              <a:t>Typically used to encrypt </a:t>
            </a:r>
            <a:r>
              <a:rPr lang="en-US" sz="1800" b="1">
                <a:solidFill>
                  <a:srgbClr val="FF0066"/>
                </a:solidFill>
              </a:rPr>
              <a:t>the content </a:t>
            </a:r>
            <a:r>
              <a:rPr lang="en-US" sz="1800"/>
              <a:t>of the message.</a:t>
            </a:r>
          </a:p>
          <a:p>
            <a:pPr marL="236538" indent="-236538" algn="l" defTabSz="814388">
              <a:lnSpc>
                <a:spcPct val="95000"/>
              </a:lnSpc>
              <a:spcBef>
                <a:spcPct val="50000"/>
              </a:spcBef>
              <a:buClr>
                <a:srgbClr val="708CA1"/>
              </a:buClr>
              <a:buFont typeface="Wingdings" pitchFamily="2" charset="2"/>
              <a:buChar char="§"/>
            </a:pPr>
            <a:r>
              <a:rPr lang="en-US" sz="1800"/>
              <a:t>Examples: DES and 3DES (no longer considered secure) and </a:t>
            </a:r>
            <a:r>
              <a:rPr lang="en-US" sz="1800">
                <a:solidFill>
                  <a:srgbClr val="0070C0"/>
                </a:solidFill>
              </a:rPr>
              <a:t>AES</a:t>
            </a:r>
            <a:r>
              <a:rPr lang="en-US" sz="1800">
                <a:solidFill>
                  <a:srgbClr val="FF0066"/>
                </a:solidFill>
              </a:rPr>
              <a:t> </a:t>
            </a:r>
            <a:r>
              <a:rPr lang="en-US" sz="1800"/>
              <a:t>(256-bit recommended for IPsec encryption).</a:t>
            </a:r>
          </a:p>
          <a:p>
            <a:pPr marL="236538" indent="-236538" algn="l" defTabSz="814388">
              <a:lnSpc>
                <a:spcPct val="95000"/>
              </a:lnSpc>
              <a:spcBef>
                <a:spcPct val="50000"/>
              </a:spcBef>
              <a:buClr>
                <a:srgbClr val="708CA1"/>
              </a:buClr>
              <a:buFont typeface="Wingdings" pitchFamily="2" charset="2"/>
              <a:buChar char="§"/>
            </a:pPr>
            <a:endParaRPr lang="en-US" sz="1800"/>
          </a:p>
          <a:p>
            <a:pPr marL="0" indent="0" algn="l" defTabSz="814388">
              <a:lnSpc>
                <a:spcPct val="95000"/>
              </a:lnSpc>
              <a:spcBef>
                <a:spcPct val="50000"/>
              </a:spcBef>
              <a:buClr>
                <a:srgbClr val="708CA1"/>
              </a:buClr>
              <a:buNone/>
            </a:pPr>
            <a:r>
              <a:rPr lang="en-US" sz="1800" u="sng"/>
              <a:t>Asymmetrisk: </a:t>
            </a:r>
            <a:r>
              <a:rPr lang="en-US" sz="1800">
                <a:solidFill>
                  <a:srgbClr val="FF0066"/>
                </a:solidFill>
                <a:latin typeface="+mn-lt"/>
              </a:rPr>
              <a:t>Uses different keys for encryption and decryption.</a:t>
            </a:r>
          </a:p>
          <a:p>
            <a:pPr marL="236538" indent="-236538" algn="l" defTabSz="814388">
              <a:lnSpc>
                <a:spcPct val="95000"/>
              </a:lnSpc>
              <a:spcBef>
                <a:spcPct val="50000"/>
              </a:spcBef>
              <a:buClr>
                <a:srgbClr val="708CA1"/>
              </a:buClr>
              <a:buFont typeface="Wingdings" pitchFamily="2" charset="2"/>
              <a:buChar char="§"/>
            </a:pPr>
            <a:r>
              <a:rPr lang="en-US" sz="1800">
                <a:latin typeface="+mn-lt"/>
              </a:rPr>
              <a:t>Knowing one of the keys does not allow a hacker to deduce the second key and decode the information.</a:t>
            </a:r>
          </a:p>
          <a:p>
            <a:pPr marL="236538" indent="-236538" algn="l" defTabSz="814388">
              <a:lnSpc>
                <a:spcPct val="95000"/>
              </a:lnSpc>
              <a:spcBef>
                <a:spcPct val="50000"/>
              </a:spcBef>
              <a:buClr>
                <a:srgbClr val="708CA1"/>
              </a:buClr>
              <a:buFont typeface="Wingdings" pitchFamily="2" charset="2"/>
              <a:buChar char="§"/>
            </a:pPr>
            <a:r>
              <a:rPr lang="en-US" sz="1800">
                <a:latin typeface="+mn-lt"/>
              </a:rPr>
              <a:t>Public key encryption is a variant of asymmetric encryption that uses a combination of a </a:t>
            </a:r>
            <a:r>
              <a:rPr lang="en-US" sz="1800">
                <a:solidFill>
                  <a:srgbClr val="FF0066"/>
                </a:solidFill>
                <a:latin typeface="+mn-lt"/>
              </a:rPr>
              <a:t>private key and a public key. </a:t>
            </a:r>
            <a:r>
              <a:rPr lang="en-US" sz="1800" b="1">
                <a:solidFill>
                  <a:srgbClr val="FF0066"/>
                </a:solidFill>
                <a:latin typeface="+mn-lt"/>
              </a:rPr>
              <a:t>Typically used in digital certification and key management</a:t>
            </a:r>
          </a:p>
          <a:p>
            <a:pPr marL="0" indent="0" algn="l" defTabSz="814388">
              <a:lnSpc>
                <a:spcPct val="95000"/>
              </a:lnSpc>
              <a:spcBef>
                <a:spcPct val="50000"/>
              </a:spcBef>
              <a:buClr>
                <a:srgbClr val="708CA1"/>
              </a:buClr>
              <a:buNone/>
            </a:pPr>
            <a:endParaRPr lang="en-US" sz="1800"/>
          </a:p>
          <a:p>
            <a:pPr marL="0" indent="0">
              <a:buNone/>
              <a:defRPr/>
            </a:pPr>
            <a:endParaRPr lang="en-US" sz="1650" dirty="0"/>
          </a:p>
        </p:txBody>
      </p:sp>
    </p:spTree>
    <p:extLst>
      <p:ext uri="{BB962C8B-B14F-4D97-AF65-F5344CB8AC3E}">
        <p14:creationId xmlns:p14="http://schemas.microsoft.com/office/powerpoint/2010/main" val="2637356132"/>
      </p:ext>
    </p:extLst>
  </p:cSld>
  <p:clrMapOvr>
    <a:masterClrMapping/>
  </p:clrMapOvr>
  <p:transition advTm="34133"/>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808C68-7AD5-D61F-BC52-3DE2409B25BF}"/>
              </a:ext>
            </a:extLst>
          </p:cNvPr>
          <p:cNvSpPr/>
          <p:nvPr/>
        </p:nvSpPr>
        <p:spPr>
          <a:xfrm>
            <a:off x="41563" y="1091529"/>
            <a:ext cx="9060873" cy="3664080"/>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200" dirty="0">
                <a:latin typeface="+mn-lt"/>
              </a:rPr>
              <a:t>Diffie-Hellman (DH) is </a:t>
            </a:r>
            <a:r>
              <a:rPr lang="en-US" sz="2200" b="1" dirty="0">
                <a:solidFill>
                  <a:srgbClr val="0070C0"/>
                </a:solidFill>
                <a:latin typeface="+mn-lt"/>
              </a:rPr>
              <a:t>not an encryption mechanism </a:t>
            </a:r>
            <a:r>
              <a:rPr lang="en-US" sz="2200" dirty="0">
                <a:latin typeface="+mn-lt"/>
              </a:rPr>
              <a:t>and is not typically used to encrypt data.</a:t>
            </a:r>
          </a:p>
          <a:p>
            <a:pPr marL="236538" indent="-236538" algn="l" defTabSz="814388">
              <a:lnSpc>
                <a:spcPct val="95000"/>
              </a:lnSpc>
              <a:spcBef>
                <a:spcPct val="50000"/>
              </a:spcBef>
              <a:buClr>
                <a:srgbClr val="708CA1"/>
              </a:buClr>
              <a:buFont typeface="Wingdings" pitchFamily="2" charset="2"/>
              <a:buChar char="§"/>
            </a:pPr>
            <a:r>
              <a:rPr lang="en-US" sz="2200" b="1" dirty="0">
                <a:solidFill>
                  <a:srgbClr val="FF0066"/>
                </a:solidFill>
                <a:latin typeface="+mn-lt"/>
              </a:rPr>
              <a:t>DH is a method to securely exchange the keys that encrypt data.</a:t>
            </a:r>
          </a:p>
          <a:p>
            <a:pPr marL="236538" indent="-236538" algn="l" defTabSz="814388">
              <a:lnSpc>
                <a:spcPct val="95000"/>
              </a:lnSpc>
              <a:spcBef>
                <a:spcPct val="50000"/>
              </a:spcBef>
              <a:buClr>
                <a:srgbClr val="708CA1"/>
              </a:buClr>
              <a:buFont typeface="Wingdings" pitchFamily="2" charset="2"/>
              <a:buChar char="§"/>
            </a:pPr>
            <a:r>
              <a:rPr lang="en-US" sz="2200" dirty="0">
                <a:latin typeface="+mn-lt"/>
              </a:rPr>
              <a:t>DH is part of the IPsec </a:t>
            </a:r>
            <a:r>
              <a:rPr lang="en-US" sz="2200">
                <a:latin typeface="+mn-lt"/>
              </a:rPr>
              <a:t>standard.</a:t>
            </a:r>
          </a:p>
          <a:p>
            <a:pPr marL="236538" indent="-236538" algn="l" defTabSz="814388">
              <a:lnSpc>
                <a:spcPct val="95000"/>
              </a:lnSpc>
              <a:spcBef>
                <a:spcPct val="50000"/>
              </a:spcBef>
              <a:buClr>
                <a:srgbClr val="708CA1"/>
              </a:buClr>
              <a:buFont typeface="Wingdings" pitchFamily="2" charset="2"/>
              <a:buChar char="§"/>
            </a:pPr>
            <a:endParaRPr lang="en-US" sz="22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200" dirty="0">
                <a:solidFill>
                  <a:srgbClr val="00B050"/>
                </a:solidFill>
                <a:latin typeface="+mn-lt"/>
              </a:rPr>
              <a:t>Encryption algorithms</a:t>
            </a:r>
            <a:r>
              <a:rPr lang="en-US" sz="2200" dirty="0">
                <a:latin typeface="+mn-lt"/>
              </a:rPr>
              <a:t>, such </a:t>
            </a:r>
            <a:r>
              <a:rPr lang="en-US" sz="2200">
                <a:latin typeface="+mn-lt"/>
              </a:rPr>
              <a:t>as AES (as </a:t>
            </a:r>
            <a:r>
              <a:rPr lang="en-US" sz="2200" dirty="0">
                <a:latin typeface="+mn-lt"/>
              </a:rPr>
              <a:t>well as the MD5 and SHA-1 </a:t>
            </a:r>
            <a:r>
              <a:rPr lang="en-US" sz="2200">
                <a:latin typeface="+mn-lt"/>
              </a:rPr>
              <a:t>hashing algorithms) </a:t>
            </a:r>
            <a:r>
              <a:rPr lang="en-US" sz="2200" dirty="0">
                <a:solidFill>
                  <a:srgbClr val="00B050"/>
                </a:solidFill>
                <a:latin typeface="+mn-lt"/>
              </a:rPr>
              <a:t>require a symmetric, shared secret key to perform encryption and decryption. </a:t>
            </a:r>
            <a:r>
              <a:rPr lang="en-US" sz="2200" dirty="0"/>
              <a:t>RSA</a:t>
            </a:r>
            <a:r>
              <a:rPr lang="en-US" sz="2200" dirty="0">
                <a:solidFill>
                  <a:srgbClr val="00B050"/>
                </a:solidFill>
              </a:rPr>
              <a:t> uses different keys for encryption and decryption (= asymmetric </a:t>
            </a:r>
            <a:r>
              <a:rPr lang="en-US" sz="2200">
                <a:solidFill>
                  <a:srgbClr val="00B050"/>
                </a:solidFill>
              </a:rPr>
              <a:t>keys)</a:t>
            </a:r>
            <a:endParaRPr lang="en-US" sz="2200" dirty="0">
              <a:solidFill>
                <a:srgbClr val="00B050"/>
              </a:solidFill>
            </a:endParaRPr>
          </a:p>
        </p:txBody>
      </p:sp>
      <p:sp>
        <p:nvSpPr>
          <p:cNvPr id="5" name="Pladsholder til indhold 4">
            <a:extLst>
              <a:ext uri="{FF2B5EF4-FFF2-40B4-BE49-F238E27FC236}">
                <a16:creationId xmlns:a16="http://schemas.microsoft.com/office/drawing/2014/main" id="{DC7D00D6-8183-90D6-AEED-0C59BAB2039F}"/>
              </a:ext>
            </a:extLst>
          </p:cNvPr>
          <p:cNvSpPr>
            <a:spLocks noGrp="1"/>
          </p:cNvSpPr>
          <p:nvPr>
            <p:ph idx="1"/>
          </p:nvPr>
        </p:nvSpPr>
        <p:spPr/>
        <p:txBody>
          <a:bodyPr/>
          <a:lstStyle/>
          <a:p>
            <a:pPr marL="0" indent="0">
              <a:buNone/>
            </a:pPr>
            <a:r>
              <a:rPr lang="da-DK">
                <a:solidFill>
                  <a:schemeClr val="accent5">
                    <a:lumMod val="75000"/>
                  </a:schemeClr>
                </a:solidFill>
              </a:rPr>
              <a:t>      Nøgleudveksling (</a:t>
            </a:r>
            <a:r>
              <a:rPr lang="en-US">
                <a:solidFill>
                  <a:schemeClr val="accent5">
                    <a:lumMod val="75000"/>
                  </a:schemeClr>
                </a:solidFill>
                <a:ea typeface="ＭＳ Ｐゴシック" pitchFamily="34" charset="-128"/>
              </a:rPr>
              <a:t>Diffie-Hellman Key Exchange)</a:t>
            </a:r>
            <a:endParaRPr lang="da-DK">
              <a:solidFill>
                <a:schemeClr val="accent5">
                  <a:lumMod val="75000"/>
                </a:schemeClr>
              </a:solidFill>
            </a:endParaRPr>
          </a:p>
        </p:txBody>
      </p:sp>
    </p:spTree>
    <p:extLst>
      <p:ext uri="{BB962C8B-B14F-4D97-AF65-F5344CB8AC3E}">
        <p14:creationId xmlns:p14="http://schemas.microsoft.com/office/powerpoint/2010/main" val="1356805906"/>
      </p:ext>
    </p:extLst>
  </p:cSld>
  <p:clrMapOvr>
    <a:masterClrMapping/>
  </p:clrMapOvr>
  <p:transition advTm="31844"/>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el 1">
            <a:extLst>
              <a:ext uri="{FF2B5EF4-FFF2-40B4-BE49-F238E27FC236}">
                <a16:creationId xmlns:a16="http://schemas.microsoft.com/office/drawing/2014/main" id="{52198283-5348-4D0B-B791-9F4670E569AA}"/>
              </a:ext>
            </a:extLst>
          </p:cNvPr>
          <p:cNvSpPr>
            <a:spLocks noGrp="1"/>
          </p:cNvSpPr>
          <p:nvPr>
            <p:ph type="title"/>
          </p:nvPr>
        </p:nvSpPr>
        <p:spPr>
          <a:xfrm>
            <a:off x="1560313" y="-172241"/>
            <a:ext cx="6109097" cy="628650"/>
          </a:xfrm>
        </p:spPr>
        <p:txBody>
          <a:bodyPr/>
          <a:lstStyle/>
          <a:p>
            <a:r>
              <a:rPr lang="da-DK" altLang="da-DK" sz="5200">
                <a:solidFill>
                  <a:schemeClr val="accent5">
                    <a:lumMod val="75000"/>
                  </a:schemeClr>
                </a:solidFill>
              </a:rPr>
              <a:t>VPN    konfiguration</a:t>
            </a:r>
          </a:p>
        </p:txBody>
      </p:sp>
      <p:sp>
        <p:nvSpPr>
          <p:cNvPr id="3" name="Pladsholder til indhold 2">
            <a:extLst>
              <a:ext uri="{FF2B5EF4-FFF2-40B4-BE49-F238E27FC236}">
                <a16:creationId xmlns:a16="http://schemas.microsoft.com/office/drawing/2014/main" id="{1E7178FD-0C5F-4651-AD61-BA2F0708DC43}"/>
              </a:ext>
            </a:extLst>
          </p:cNvPr>
          <p:cNvSpPr>
            <a:spLocks noGrp="1"/>
          </p:cNvSpPr>
          <p:nvPr>
            <p:ph idx="1"/>
          </p:nvPr>
        </p:nvSpPr>
        <p:spPr>
          <a:xfrm>
            <a:off x="171450" y="673895"/>
            <a:ext cx="8886824" cy="786416"/>
          </a:xfrm>
        </p:spPr>
        <p:txBody>
          <a:bodyPr/>
          <a:lstStyle/>
          <a:p>
            <a:pPr marL="0" indent="0">
              <a:buNone/>
              <a:defRPr/>
            </a:pPr>
            <a:r>
              <a:rPr lang="en-US" sz="2000" dirty="0"/>
              <a:t>Nu </a:t>
            </a:r>
            <a:r>
              <a:rPr lang="en-US" sz="2000" dirty="0" err="1"/>
              <a:t>vil</a:t>
            </a:r>
            <a:r>
              <a:rPr lang="en-US" sz="2000" dirty="0"/>
              <a:t> vi </a:t>
            </a:r>
            <a:r>
              <a:rPr lang="en-US" sz="2000" dirty="0" err="1"/>
              <a:t>gerne</a:t>
            </a:r>
            <a:r>
              <a:rPr lang="en-US" sz="2000" dirty="0"/>
              <a:t> have </a:t>
            </a:r>
            <a:r>
              <a:rPr lang="en-US" sz="2000" dirty="0" err="1"/>
              <a:t>startet</a:t>
            </a:r>
            <a:r>
              <a:rPr lang="en-US" sz="2000" dirty="0"/>
              <a:t> </a:t>
            </a:r>
            <a:r>
              <a:rPr lang="en-US" sz="2000" dirty="0" err="1"/>
              <a:t>en</a:t>
            </a:r>
            <a:r>
              <a:rPr lang="en-US" sz="2000" dirty="0"/>
              <a:t> tunnel op – </a:t>
            </a:r>
            <a:r>
              <a:rPr lang="en-US" sz="2000" dirty="0" err="1"/>
              <a:t>hvad</a:t>
            </a:r>
            <a:r>
              <a:rPr lang="en-US" sz="2000" dirty="0"/>
              <a:t> </a:t>
            </a:r>
            <a:r>
              <a:rPr lang="en-US" sz="2000" dirty="0" err="1"/>
              <a:t>sker</a:t>
            </a:r>
            <a:r>
              <a:rPr lang="en-US" sz="2000" dirty="0"/>
              <a:t> det </a:t>
            </a:r>
            <a:r>
              <a:rPr lang="en-US" sz="2000" dirty="0" err="1"/>
              <a:t>trin</a:t>
            </a:r>
            <a:r>
              <a:rPr lang="en-US" sz="2000" dirty="0"/>
              <a:t> for </a:t>
            </a:r>
            <a:r>
              <a:rPr lang="en-US" sz="2000" dirty="0" err="1"/>
              <a:t>trin</a:t>
            </a:r>
            <a:r>
              <a:rPr lang="en-US" sz="2000" dirty="0"/>
              <a:t>?</a:t>
            </a:r>
          </a:p>
        </p:txBody>
      </p:sp>
      <p:pic>
        <p:nvPicPr>
          <p:cNvPr id="4" name="Billede 3">
            <a:extLst>
              <a:ext uri="{FF2B5EF4-FFF2-40B4-BE49-F238E27FC236}">
                <a16:creationId xmlns:a16="http://schemas.microsoft.com/office/drawing/2014/main" id="{AA0FE797-BFA7-A8E4-C002-CE63BFFF7684}"/>
              </a:ext>
            </a:extLst>
          </p:cNvPr>
          <p:cNvPicPr>
            <a:picLocks noChangeAspect="1"/>
          </p:cNvPicPr>
          <p:nvPr/>
        </p:nvPicPr>
        <p:blipFill>
          <a:blip r:embed="rId3"/>
          <a:stretch>
            <a:fillRect/>
          </a:stretch>
        </p:blipFill>
        <p:spPr>
          <a:xfrm>
            <a:off x="6098390" y="1323833"/>
            <a:ext cx="3045609" cy="2197289"/>
          </a:xfrm>
          <a:prstGeom prst="rect">
            <a:avLst/>
          </a:prstGeom>
        </p:spPr>
      </p:pic>
      <p:sp>
        <p:nvSpPr>
          <p:cNvPr id="5" name="Pladsholder til indhold 2">
            <a:extLst>
              <a:ext uri="{FF2B5EF4-FFF2-40B4-BE49-F238E27FC236}">
                <a16:creationId xmlns:a16="http://schemas.microsoft.com/office/drawing/2014/main" id="{0159CAE4-6989-7CBC-837F-1077324F6868}"/>
              </a:ext>
            </a:extLst>
          </p:cNvPr>
          <p:cNvSpPr txBox="1">
            <a:spLocks/>
          </p:cNvSpPr>
          <p:nvPr/>
        </p:nvSpPr>
        <p:spPr>
          <a:xfrm>
            <a:off x="53598" y="1300854"/>
            <a:ext cx="5905520" cy="2977789"/>
          </a:xfr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AutoNum type="arabicParenR"/>
              <a:defRPr/>
            </a:pPr>
            <a:r>
              <a:rPr lang="en-US" sz="2200"/>
              <a:t>Vi forudsætter at trafikken skal sendes via VPN</a:t>
            </a:r>
          </a:p>
          <a:p>
            <a:pPr>
              <a:buFont typeface="Arial" pitchFamily="34" charset="0"/>
              <a:buAutoNum type="arabicParenR"/>
              <a:defRPr/>
            </a:pPr>
            <a:r>
              <a:rPr lang="en-US" sz="2200" i="0">
                <a:solidFill>
                  <a:srgbClr val="000000"/>
                </a:solidFill>
                <a:effectLst/>
                <a:latin typeface="CiscoSansLight"/>
              </a:rPr>
              <a:t>IKE phase 1 – </a:t>
            </a:r>
            <a:r>
              <a:rPr lang="en-US" sz="2200" i="0">
                <a:solidFill>
                  <a:srgbClr val="C00000"/>
                </a:solidFill>
                <a:effectLst/>
                <a:latin typeface="CiscoSansLight"/>
              </a:rPr>
              <a:t>authentication</a:t>
            </a:r>
            <a:r>
              <a:rPr lang="en-US" sz="2200" i="0">
                <a:solidFill>
                  <a:srgbClr val="000000"/>
                </a:solidFill>
                <a:effectLst/>
                <a:latin typeface="CiscoSansLight"/>
              </a:rPr>
              <a:t> af de to ender og åbne en sikker forbindelse til at udveksle nøgleoplysninger </a:t>
            </a:r>
          </a:p>
          <a:p>
            <a:pPr>
              <a:buFont typeface="Arial" pitchFamily="34" charset="0"/>
              <a:buAutoNum type="arabicParenR"/>
              <a:defRPr/>
            </a:pPr>
            <a:r>
              <a:rPr lang="en-US" sz="2200" i="0">
                <a:solidFill>
                  <a:srgbClr val="000000"/>
                </a:solidFill>
                <a:effectLst/>
                <a:latin typeface="CiscoSansLight"/>
              </a:rPr>
              <a:t>IKE phase 2 – Blive enige om </a:t>
            </a:r>
            <a:r>
              <a:rPr lang="en-US" sz="2200" b="0" i="0">
                <a:solidFill>
                  <a:srgbClr val="000000"/>
                </a:solidFill>
                <a:effectLst/>
                <a:latin typeface="CiscoSansLight"/>
              </a:rPr>
              <a:t> </a:t>
            </a:r>
            <a:r>
              <a:rPr lang="en-US" sz="2200" b="0" i="0">
                <a:solidFill>
                  <a:srgbClr val="C00000"/>
                </a:solidFill>
                <a:effectLst/>
                <a:latin typeface="CiscoSansLight"/>
              </a:rPr>
              <a:t>IPSec Sas.</a:t>
            </a:r>
            <a:endParaRPr lang="en-US" sz="2200" b="0" i="0">
              <a:solidFill>
                <a:srgbClr val="000000"/>
              </a:solidFill>
              <a:effectLst/>
              <a:latin typeface="CiscoSansLight"/>
            </a:endParaRPr>
          </a:p>
          <a:p>
            <a:pPr>
              <a:buFont typeface="Arial" pitchFamily="34" charset="0"/>
              <a:buAutoNum type="arabicParenR"/>
              <a:defRPr/>
            </a:pPr>
            <a:r>
              <a:rPr lang="en-US" sz="2200" i="0">
                <a:solidFill>
                  <a:srgbClr val="000000"/>
                </a:solidFill>
                <a:effectLst/>
                <a:latin typeface="CiscoSansLight"/>
              </a:rPr>
              <a:t>Tunnellen oprettes og data kan sendes igennem.</a:t>
            </a:r>
          </a:p>
          <a:p>
            <a:pPr>
              <a:buFont typeface="Arial" pitchFamily="34" charset="0"/>
              <a:buAutoNum type="arabicParenR"/>
              <a:defRPr/>
            </a:pPr>
            <a:endParaRPr lang="en-US" sz="1800" dirty="0"/>
          </a:p>
        </p:txBody>
      </p:sp>
      <p:sp>
        <p:nvSpPr>
          <p:cNvPr id="6" name="Pladsholder til indhold 2">
            <a:extLst>
              <a:ext uri="{FF2B5EF4-FFF2-40B4-BE49-F238E27FC236}">
                <a16:creationId xmlns:a16="http://schemas.microsoft.com/office/drawing/2014/main" id="{D8968B87-F6CA-C200-81F2-3EC2311C66B4}"/>
              </a:ext>
            </a:extLst>
          </p:cNvPr>
          <p:cNvSpPr txBox="1">
            <a:spLocks/>
          </p:cNvSpPr>
          <p:nvPr/>
        </p:nvSpPr>
        <p:spPr>
          <a:xfrm>
            <a:off x="5969828" y="3777852"/>
            <a:ext cx="3174171" cy="786416"/>
          </a:xfr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defRPr/>
            </a:pPr>
            <a:r>
              <a:rPr lang="en-US" sz="2000" i="1"/>
              <a:t>IKE = Internet Key Exchange</a:t>
            </a:r>
          </a:p>
          <a:p>
            <a:pPr marL="0" indent="0">
              <a:buFont typeface="Arial" pitchFamily="34" charset="0"/>
              <a:buNone/>
              <a:defRPr/>
            </a:pPr>
            <a:r>
              <a:rPr lang="en-US" sz="2000" i="1"/>
              <a:t>SA = Security Association</a:t>
            </a:r>
            <a:endParaRPr lang="en-US" sz="2000" i="1" dirty="0"/>
          </a:p>
        </p:txBody>
      </p:sp>
      <p:sp>
        <p:nvSpPr>
          <p:cNvPr id="8" name="Tekstfelt 7">
            <a:extLst>
              <a:ext uri="{FF2B5EF4-FFF2-40B4-BE49-F238E27FC236}">
                <a16:creationId xmlns:a16="http://schemas.microsoft.com/office/drawing/2014/main" id="{1CAAE829-1355-0BD8-2574-BFE60C89565C}"/>
              </a:ext>
            </a:extLst>
          </p:cNvPr>
          <p:cNvSpPr txBox="1"/>
          <p:nvPr/>
        </p:nvSpPr>
        <p:spPr>
          <a:xfrm>
            <a:off x="107196" y="4564268"/>
            <a:ext cx="9036804" cy="584775"/>
          </a:xfrm>
          <a:prstGeom prst="rect">
            <a:avLst/>
          </a:prstGeom>
          <a:noFill/>
        </p:spPr>
        <p:txBody>
          <a:bodyPr wrap="square">
            <a:spAutoFit/>
          </a:bodyPr>
          <a:lstStyle/>
          <a:p>
            <a:r>
              <a:rPr lang="en-US" sz="1600" i="0">
                <a:solidFill>
                  <a:srgbClr val="202122"/>
                </a:solidFill>
                <a:effectLst/>
                <a:latin typeface="Arial" panose="020B0604020202020204" pitchFamily="34" charset="0"/>
              </a:rPr>
              <a:t>Internet Security Association and Key Management Protocol (ISAKMP) is a protocol for establishing </a:t>
            </a:r>
            <a:r>
              <a:rPr lang="en-US" sz="1600" i="0" u="none" strike="noStrike">
                <a:solidFill>
                  <a:srgbClr val="0645AD"/>
                </a:solidFill>
                <a:effectLst/>
                <a:latin typeface="Arial" panose="020B0604020202020204" pitchFamily="34" charset="0"/>
                <a:hlinkClick r:id="rId4" tooltip="Security association"/>
              </a:rPr>
              <a:t>Security association</a:t>
            </a:r>
            <a:r>
              <a:rPr lang="en-US" sz="1600" i="0">
                <a:solidFill>
                  <a:srgbClr val="202122"/>
                </a:solidFill>
                <a:effectLst/>
                <a:latin typeface="Arial" panose="020B0604020202020204" pitchFamily="34" charset="0"/>
              </a:rPr>
              <a:t> (SA) and cryptographic keys in an Internet environment.</a:t>
            </a:r>
            <a:endParaRPr lang="da-DK" sz="1600"/>
          </a:p>
        </p:txBody>
      </p:sp>
    </p:spTree>
    <p:extLst>
      <p:ext uri="{BB962C8B-B14F-4D97-AF65-F5344CB8AC3E}">
        <p14:creationId xmlns:p14="http://schemas.microsoft.com/office/powerpoint/2010/main" val="1463641355"/>
      </p:ext>
    </p:extLst>
  </p:cSld>
  <p:clrMapOvr>
    <a:masterClrMapping/>
  </p:clrMapOvr>
  <p:transition advTm="231419"/>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el 1">
            <a:extLst>
              <a:ext uri="{FF2B5EF4-FFF2-40B4-BE49-F238E27FC236}">
                <a16:creationId xmlns:a16="http://schemas.microsoft.com/office/drawing/2014/main" id="{52198283-5348-4D0B-B791-9F4670E569AA}"/>
              </a:ext>
            </a:extLst>
          </p:cNvPr>
          <p:cNvSpPr>
            <a:spLocks noGrp="1"/>
          </p:cNvSpPr>
          <p:nvPr>
            <p:ph type="title"/>
          </p:nvPr>
        </p:nvSpPr>
        <p:spPr>
          <a:xfrm>
            <a:off x="1560313" y="-40958"/>
            <a:ext cx="6109097" cy="628650"/>
          </a:xfrm>
        </p:spPr>
        <p:txBody>
          <a:bodyPr/>
          <a:lstStyle/>
          <a:p>
            <a:r>
              <a:rPr lang="da-DK" altLang="da-DK" sz="5200"/>
              <a:t>VPN</a:t>
            </a:r>
          </a:p>
        </p:txBody>
      </p:sp>
      <p:sp>
        <p:nvSpPr>
          <p:cNvPr id="3" name="Pladsholder til indhold 2">
            <a:extLst>
              <a:ext uri="{FF2B5EF4-FFF2-40B4-BE49-F238E27FC236}">
                <a16:creationId xmlns:a16="http://schemas.microsoft.com/office/drawing/2014/main" id="{1E7178FD-0C5F-4651-AD61-BA2F0708DC43}"/>
              </a:ext>
            </a:extLst>
          </p:cNvPr>
          <p:cNvSpPr>
            <a:spLocks noGrp="1"/>
          </p:cNvSpPr>
          <p:nvPr>
            <p:ph idx="1"/>
          </p:nvPr>
        </p:nvSpPr>
        <p:spPr>
          <a:xfrm>
            <a:off x="171450" y="673894"/>
            <a:ext cx="8886824" cy="4371975"/>
          </a:xfrm>
        </p:spPr>
        <p:txBody>
          <a:bodyPr/>
          <a:lstStyle/>
          <a:p>
            <a:pPr marL="0" indent="0">
              <a:buNone/>
              <a:defRPr/>
            </a:pPr>
            <a:r>
              <a:rPr lang="en-US" sz="2000"/>
              <a:t>Vil du vide mere?</a:t>
            </a:r>
          </a:p>
          <a:p>
            <a:pPr marL="0" indent="0">
              <a:buNone/>
              <a:defRPr/>
            </a:pPr>
            <a:r>
              <a:rPr lang="en-US" sz="2000">
                <a:hlinkClick r:id="rId3"/>
              </a:rPr>
              <a:t>An Illustrated Guide to IPsec (unixwiz.net)</a:t>
            </a:r>
            <a:endParaRPr lang="en-US" sz="2000"/>
          </a:p>
          <a:p>
            <a:pPr marL="0" indent="0">
              <a:buNone/>
              <a:defRPr/>
            </a:pPr>
            <a:endParaRPr lang="en-US" sz="2000"/>
          </a:p>
          <a:p>
            <a:pPr marL="0" indent="0">
              <a:buNone/>
              <a:defRPr/>
            </a:pPr>
            <a:r>
              <a:rPr lang="en-US" sz="2000"/>
              <a:t>Et par videoer du kan se hvis du vil have et par demoer af VPN konfiguration:</a:t>
            </a:r>
          </a:p>
          <a:p>
            <a:r>
              <a:rPr lang="en-US" sz="2200" u="sng">
                <a:hlinkClick r:id="rId4"/>
              </a:rPr>
              <a:t>https://www.youtube.com/watch?v=MqFORN01ckg</a:t>
            </a:r>
            <a:endParaRPr lang="da-DK" sz="2200"/>
          </a:p>
          <a:p>
            <a:pPr marL="0" indent="0">
              <a:buNone/>
            </a:pPr>
            <a:endParaRPr lang="da-DK" sz="2200"/>
          </a:p>
          <a:p>
            <a:r>
              <a:rPr lang="da-DK" sz="2200" u="sng">
                <a:hlinkClick r:id="rId5"/>
              </a:rPr>
              <a:t>https://www.youtube.com/watch?v=Z7LwU6H5IGE</a:t>
            </a:r>
            <a:endParaRPr lang="da-DK" sz="2200"/>
          </a:p>
          <a:p>
            <a:pPr marL="0" indent="0">
              <a:buNone/>
              <a:defRPr/>
            </a:pPr>
            <a:endParaRPr lang="en-US" sz="2000"/>
          </a:p>
          <a:p>
            <a:pPr marL="0" indent="0">
              <a:buNone/>
              <a:defRPr/>
            </a:pPr>
            <a:endParaRPr lang="en-US" sz="2000"/>
          </a:p>
        </p:txBody>
      </p:sp>
      <p:sp>
        <p:nvSpPr>
          <p:cNvPr id="4" name="Tekstfelt 3">
            <a:extLst>
              <a:ext uri="{FF2B5EF4-FFF2-40B4-BE49-F238E27FC236}">
                <a16:creationId xmlns:a16="http://schemas.microsoft.com/office/drawing/2014/main" id="{450106ED-DAEA-FE61-9372-E976CD06B5FF}"/>
              </a:ext>
            </a:extLst>
          </p:cNvPr>
          <p:cNvSpPr txBox="1"/>
          <p:nvPr/>
        </p:nvSpPr>
        <p:spPr>
          <a:xfrm>
            <a:off x="2328861" y="4100274"/>
            <a:ext cx="4572000" cy="369332"/>
          </a:xfrm>
          <a:prstGeom prst="rect">
            <a:avLst/>
          </a:prstGeom>
          <a:noFill/>
        </p:spPr>
        <p:txBody>
          <a:bodyPr wrap="square">
            <a:spAutoFit/>
          </a:bodyPr>
          <a:lstStyle/>
          <a:p>
            <a:r>
              <a:rPr lang="da-DK" sz="1800" b="1">
                <a:solidFill>
                  <a:srgbClr val="F731BE"/>
                </a:solidFill>
              </a:rPr>
              <a:t>NB: Hvad er en tunnel egentlig? </a:t>
            </a:r>
          </a:p>
        </p:txBody>
      </p:sp>
    </p:spTree>
  </p:cSld>
  <p:clrMapOvr>
    <a:masterClrMapping/>
  </p:clrMapOvr>
  <p:transition advTm="7559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el 1">
            <a:extLst>
              <a:ext uri="{FF2B5EF4-FFF2-40B4-BE49-F238E27FC236}">
                <a16:creationId xmlns:a16="http://schemas.microsoft.com/office/drawing/2014/main" id="{52198283-5348-4D0B-B791-9F4670E569AA}"/>
              </a:ext>
            </a:extLst>
          </p:cNvPr>
          <p:cNvSpPr>
            <a:spLocks noGrp="1"/>
          </p:cNvSpPr>
          <p:nvPr>
            <p:ph type="title"/>
          </p:nvPr>
        </p:nvSpPr>
        <p:spPr>
          <a:xfrm>
            <a:off x="0" y="-40958"/>
            <a:ext cx="9143999" cy="447358"/>
          </a:xfrm>
        </p:spPr>
        <p:txBody>
          <a:bodyPr/>
          <a:lstStyle/>
          <a:p>
            <a:r>
              <a:rPr lang="da-DK" altLang="da-DK" sz="2800" dirty="0"/>
              <a:t>Opgave VPN</a:t>
            </a:r>
          </a:p>
        </p:txBody>
      </p:sp>
      <p:sp>
        <p:nvSpPr>
          <p:cNvPr id="3" name="Pladsholder til indhold 2">
            <a:extLst>
              <a:ext uri="{FF2B5EF4-FFF2-40B4-BE49-F238E27FC236}">
                <a16:creationId xmlns:a16="http://schemas.microsoft.com/office/drawing/2014/main" id="{1E7178FD-0C5F-4651-AD61-BA2F0708DC43}"/>
              </a:ext>
            </a:extLst>
          </p:cNvPr>
          <p:cNvSpPr>
            <a:spLocks noGrp="1"/>
          </p:cNvSpPr>
          <p:nvPr>
            <p:ph idx="1"/>
          </p:nvPr>
        </p:nvSpPr>
        <p:spPr>
          <a:xfrm>
            <a:off x="148812" y="406400"/>
            <a:ext cx="8842788" cy="1135535"/>
          </a:xfrm>
        </p:spPr>
        <p:txBody>
          <a:bodyPr/>
          <a:lstStyle/>
          <a:p>
            <a:pPr marL="0" indent="0" algn="l" defTabSz="814388">
              <a:lnSpc>
                <a:spcPct val="95000"/>
              </a:lnSpc>
              <a:spcBef>
                <a:spcPct val="50000"/>
              </a:spcBef>
              <a:buClr>
                <a:srgbClr val="708CA1"/>
              </a:buClr>
              <a:buNone/>
            </a:pPr>
            <a:r>
              <a:rPr lang="en-US" sz="1800" dirty="0" err="1"/>
              <a:t>Jeres</a:t>
            </a:r>
            <a:r>
              <a:rPr lang="en-US" sz="1800" dirty="0"/>
              <a:t> </a:t>
            </a:r>
            <a:r>
              <a:rPr lang="en-US" sz="1800" dirty="0" err="1"/>
              <a:t>opgave</a:t>
            </a:r>
            <a:r>
              <a:rPr lang="en-US" sz="1800" dirty="0"/>
              <a:t> </a:t>
            </a:r>
            <a:r>
              <a:rPr lang="en-US" sz="1800" dirty="0" err="1"/>
              <a:t>går</a:t>
            </a:r>
            <a:r>
              <a:rPr lang="en-US" sz="1800" dirty="0"/>
              <a:t> nu </a:t>
            </a:r>
            <a:r>
              <a:rPr lang="en-US" sz="1800" dirty="0" err="1"/>
              <a:t>ud</a:t>
            </a:r>
            <a:r>
              <a:rPr lang="en-US" sz="1800" dirty="0"/>
              <a:t> på - i </a:t>
            </a:r>
            <a:r>
              <a:rPr lang="en-US" sz="1800" dirty="0" err="1"/>
              <a:t>grupper</a:t>
            </a:r>
            <a:r>
              <a:rPr lang="en-US" sz="1800" dirty="0"/>
              <a:t> á 2 </a:t>
            </a:r>
            <a:r>
              <a:rPr lang="en-US" sz="1800" dirty="0" err="1"/>
              <a:t>personer</a:t>
            </a:r>
            <a:r>
              <a:rPr lang="en-US" sz="1800" dirty="0"/>
              <a:t> - at </a:t>
            </a:r>
            <a:r>
              <a:rPr lang="en-US" sz="1800" dirty="0" err="1"/>
              <a:t>konfigurere</a:t>
            </a:r>
            <a:r>
              <a:rPr lang="en-US" sz="1800" dirty="0"/>
              <a:t> </a:t>
            </a:r>
            <a:r>
              <a:rPr lang="en-US" sz="1800" dirty="0" err="1"/>
              <a:t>en</a:t>
            </a:r>
            <a:r>
              <a:rPr lang="en-US" sz="1800" dirty="0"/>
              <a:t> site-to-site VPN </a:t>
            </a:r>
            <a:r>
              <a:rPr lang="en-US" sz="1800" dirty="0" err="1"/>
              <a:t>forbindelse</a:t>
            </a:r>
            <a:r>
              <a:rPr lang="en-US" sz="1800" dirty="0"/>
              <a:t> (PacketTracer </a:t>
            </a:r>
            <a:r>
              <a:rPr lang="en-US" sz="1800" dirty="0" err="1"/>
              <a:t>opgave</a:t>
            </a:r>
            <a:r>
              <a:rPr lang="en-US" sz="1800" dirty="0"/>
              <a:t> der ligger i Learn).</a:t>
            </a:r>
          </a:p>
          <a:p>
            <a:pPr marL="0" indent="0" algn="l" defTabSz="814388">
              <a:lnSpc>
                <a:spcPct val="95000"/>
              </a:lnSpc>
              <a:spcBef>
                <a:spcPct val="50000"/>
              </a:spcBef>
              <a:buClr>
                <a:srgbClr val="708CA1"/>
              </a:buClr>
              <a:buNone/>
            </a:pPr>
            <a:r>
              <a:rPr lang="en-US" sz="1700" b="1" dirty="0">
                <a:solidFill>
                  <a:srgbClr val="FF0066"/>
                </a:solidFill>
              </a:rPr>
              <a:t>Det </a:t>
            </a:r>
            <a:r>
              <a:rPr lang="en-US" sz="1700" b="1" dirty="0" err="1">
                <a:solidFill>
                  <a:srgbClr val="FF0066"/>
                </a:solidFill>
              </a:rPr>
              <a:t>er</a:t>
            </a:r>
            <a:r>
              <a:rPr lang="en-US" sz="1700" b="1" dirty="0">
                <a:solidFill>
                  <a:srgbClr val="FF0066"/>
                </a:solidFill>
              </a:rPr>
              <a:t> </a:t>
            </a:r>
            <a:r>
              <a:rPr lang="en-US" sz="1700" b="1" dirty="0" err="1">
                <a:solidFill>
                  <a:srgbClr val="FF0066"/>
                </a:solidFill>
              </a:rPr>
              <a:t>meningen</a:t>
            </a:r>
            <a:r>
              <a:rPr lang="en-US" sz="1700" b="1" dirty="0">
                <a:solidFill>
                  <a:srgbClr val="FF0066"/>
                </a:solidFill>
              </a:rPr>
              <a:t> at I </a:t>
            </a:r>
            <a:r>
              <a:rPr lang="en-US" sz="1700" b="1" dirty="0" err="1">
                <a:solidFill>
                  <a:srgbClr val="FF0066"/>
                </a:solidFill>
              </a:rPr>
              <a:t>skal</a:t>
            </a:r>
            <a:r>
              <a:rPr lang="en-US" sz="1700" b="1" dirty="0">
                <a:solidFill>
                  <a:srgbClr val="FF0066"/>
                </a:solidFill>
              </a:rPr>
              <a:t> </a:t>
            </a:r>
            <a:r>
              <a:rPr lang="en-US" sz="1700" b="1" dirty="0" err="1">
                <a:solidFill>
                  <a:srgbClr val="FF0066"/>
                </a:solidFill>
              </a:rPr>
              <a:t>stoppe</a:t>
            </a:r>
            <a:r>
              <a:rPr lang="en-US" sz="1700" b="1" dirty="0">
                <a:solidFill>
                  <a:srgbClr val="FF0066"/>
                </a:solidFill>
              </a:rPr>
              <a:t> op </a:t>
            </a:r>
            <a:r>
              <a:rPr lang="en-US" sz="1700" b="1" dirty="0" err="1">
                <a:solidFill>
                  <a:srgbClr val="FF0066"/>
                </a:solidFill>
              </a:rPr>
              <a:t>og</a:t>
            </a:r>
            <a:r>
              <a:rPr lang="en-US" sz="1700" b="1" dirty="0">
                <a:solidFill>
                  <a:srgbClr val="FF0066"/>
                </a:solidFill>
              </a:rPr>
              <a:t> </a:t>
            </a:r>
            <a:r>
              <a:rPr lang="en-US" sz="1700" b="1" dirty="0" err="1">
                <a:solidFill>
                  <a:srgbClr val="FF0066"/>
                </a:solidFill>
              </a:rPr>
              <a:t>forklare</a:t>
            </a:r>
            <a:r>
              <a:rPr lang="en-US" sz="1700" b="1" dirty="0">
                <a:solidFill>
                  <a:srgbClr val="FF0066"/>
                </a:solidFill>
              </a:rPr>
              <a:t> (med </a:t>
            </a:r>
            <a:r>
              <a:rPr lang="en-US" sz="1700" b="1" dirty="0" err="1">
                <a:solidFill>
                  <a:srgbClr val="FF0066"/>
                </a:solidFill>
              </a:rPr>
              <a:t>jeres</a:t>
            </a:r>
            <a:r>
              <a:rPr lang="en-US" sz="1700" b="1" dirty="0">
                <a:solidFill>
                  <a:srgbClr val="FF0066"/>
                </a:solidFill>
              </a:rPr>
              <a:t> </a:t>
            </a:r>
            <a:r>
              <a:rPr lang="en-US" sz="1700" b="1" dirty="0" err="1">
                <a:solidFill>
                  <a:srgbClr val="FF0066"/>
                </a:solidFill>
              </a:rPr>
              <a:t>egne</a:t>
            </a:r>
            <a:r>
              <a:rPr lang="en-US" sz="1700" b="1" dirty="0">
                <a:solidFill>
                  <a:srgbClr val="FF0066"/>
                </a:solidFill>
              </a:rPr>
              <a:t> </a:t>
            </a:r>
            <a:r>
              <a:rPr lang="en-US" sz="1700" b="1" dirty="0" err="1">
                <a:solidFill>
                  <a:srgbClr val="FF0066"/>
                </a:solidFill>
              </a:rPr>
              <a:t>ord</a:t>
            </a:r>
            <a:r>
              <a:rPr lang="en-US" sz="1700" b="1" dirty="0">
                <a:solidFill>
                  <a:srgbClr val="FF0066"/>
                </a:solidFill>
              </a:rPr>
              <a:t>) de </a:t>
            </a:r>
            <a:r>
              <a:rPr lang="en-US" sz="1700" b="1" dirty="0" err="1">
                <a:solidFill>
                  <a:srgbClr val="FF0066"/>
                </a:solidFill>
              </a:rPr>
              <a:t>enkelte</a:t>
            </a:r>
            <a:r>
              <a:rPr lang="en-US" sz="1700" b="1" dirty="0">
                <a:solidFill>
                  <a:srgbClr val="FF0066"/>
                </a:solidFill>
              </a:rPr>
              <a:t> steps (</a:t>
            </a:r>
            <a:r>
              <a:rPr lang="en-US" sz="1700" b="1" dirty="0" err="1">
                <a:solidFill>
                  <a:srgbClr val="FF0066"/>
                </a:solidFill>
              </a:rPr>
              <a:t>kommandoer</a:t>
            </a:r>
            <a:r>
              <a:rPr lang="en-US" sz="1700" b="1" dirty="0">
                <a:solidFill>
                  <a:srgbClr val="FF0066"/>
                </a:solidFill>
              </a:rPr>
              <a:t>) for </a:t>
            </a:r>
            <a:r>
              <a:rPr lang="en-US" sz="1700" b="1" dirty="0" err="1">
                <a:solidFill>
                  <a:srgbClr val="FF0066"/>
                </a:solidFill>
              </a:rPr>
              <a:t>jer</a:t>
            </a:r>
            <a:r>
              <a:rPr lang="en-US" sz="1700" b="1" dirty="0">
                <a:solidFill>
                  <a:srgbClr val="FF0066"/>
                </a:solidFill>
              </a:rPr>
              <a:t> </a:t>
            </a:r>
            <a:r>
              <a:rPr lang="en-US" sz="1700" b="1" dirty="0" err="1">
                <a:solidFill>
                  <a:srgbClr val="FF0066"/>
                </a:solidFill>
              </a:rPr>
              <a:t>selv</a:t>
            </a:r>
            <a:r>
              <a:rPr lang="en-US" sz="1700" b="1" dirty="0">
                <a:solidFill>
                  <a:srgbClr val="FF0066"/>
                </a:solidFill>
              </a:rPr>
              <a:t> </a:t>
            </a:r>
            <a:r>
              <a:rPr lang="en-US" sz="1700" b="1" dirty="0" err="1">
                <a:solidFill>
                  <a:srgbClr val="FF0066"/>
                </a:solidFill>
              </a:rPr>
              <a:t>og</a:t>
            </a:r>
            <a:r>
              <a:rPr lang="en-US" sz="1700" b="1" dirty="0">
                <a:solidFill>
                  <a:srgbClr val="FF0066"/>
                </a:solidFill>
              </a:rPr>
              <a:t> </a:t>
            </a:r>
            <a:r>
              <a:rPr lang="en-US" sz="1700" b="1" dirty="0" err="1">
                <a:solidFill>
                  <a:srgbClr val="FF0066"/>
                </a:solidFill>
              </a:rPr>
              <a:t>hinanden</a:t>
            </a:r>
            <a:r>
              <a:rPr lang="en-US" sz="1700" b="1" dirty="0">
                <a:solidFill>
                  <a:srgbClr val="FF0066"/>
                </a:solidFill>
              </a:rPr>
              <a:t> </a:t>
            </a:r>
            <a:r>
              <a:rPr lang="en-US" sz="1700" b="1" u="sng" dirty="0" err="1">
                <a:solidFill>
                  <a:srgbClr val="FF0066"/>
                </a:solidFill>
              </a:rPr>
              <a:t>og</a:t>
            </a:r>
            <a:r>
              <a:rPr lang="en-US" sz="1700" b="1" u="sng" dirty="0">
                <a:solidFill>
                  <a:srgbClr val="FF0066"/>
                </a:solidFill>
              </a:rPr>
              <a:t> </a:t>
            </a:r>
            <a:r>
              <a:rPr lang="en-US" sz="1700" b="1" u="sng" dirty="0" err="1">
                <a:solidFill>
                  <a:srgbClr val="FF0066"/>
                </a:solidFill>
              </a:rPr>
              <a:t>skrive</a:t>
            </a:r>
            <a:r>
              <a:rPr lang="en-US" sz="1700" b="1" u="sng" dirty="0">
                <a:solidFill>
                  <a:srgbClr val="FF0066"/>
                </a:solidFill>
              </a:rPr>
              <a:t> </a:t>
            </a:r>
            <a:r>
              <a:rPr lang="en-US" sz="1700" b="1" u="sng" dirty="0" err="1">
                <a:solidFill>
                  <a:srgbClr val="FF0066"/>
                </a:solidFill>
              </a:rPr>
              <a:t>forklaring</a:t>
            </a:r>
            <a:r>
              <a:rPr lang="en-US" sz="1700" b="1" u="sng" dirty="0">
                <a:solidFill>
                  <a:srgbClr val="FF0066"/>
                </a:solidFill>
              </a:rPr>
              <a:t> </a:t>
            </a:r>
            <a:r>
              <a:rPr lang="en-US" sz="1700" b="1" u="sng" dirty="0" err="1">
                <a:solidFill>
                  <a:srgbClr val="FF0066"/>
                </a:solidFill>
              </a:rPr>
              <a:t>ned</a:t>
            </a:r>
            <a:r>
              <a:rPr lang="en-US" sz="1700" b="1" dirty="0">
                <a:solidFill>
                  <a:srgbClr val="FF0066"/>
                </a:solidFill>
              </a:rPr>
              <a:t>.  I </a:t>
            </a:r>
            <a:r>
              <a:rPr lang="en-US" sz="1700" b="1" dirty="0" err="1">
                <a:solidFill>
                  <a:srgbClr val="FF0066"/>
                </a:solidFill>
              </a:rPr>
              <a:t>skal</a:t>
            </a:r>
            <a:r>
              <a:rPr lang="en-US" sz="1700" b="1" dirty="0">
                <a:solidFill>
                  <a:srgbClr val="FF0066"/>
                </a:solidFill>
              </a:rPr>
              <a:t> </a:t>
            </a:r>
            <a:r>
              <a:rPr lang="en-US" sz="1700" b="1" dirty="0" err="1">
                <a:solidFill>
                  <a:srgbClr val="FF0066"/>
                </a:solidFill>
              </a:rPr>
              <a:t>aflevere</a:t>
            </a:r>
            <a:r>
              <a:rPr lang="en-US" sz="1700" b="1" dirty="0">
                <a:solidFill>
                  <a:srgbClr val="FF0066"/>
                </a:solidFill>
              </a:rPr>
              <a:t> et </a:t>
            </a:r>
            <a:r>
              <a:rPr lang="en-US" sz="1700" b="1" dirty="0" err="1">
                <a:solidFill>
                  <a:srgbClr val="FF0066"/>
                </a:solidFill>
              </a:rPr>
              <a:t>dokument</a:t>
            </a:r>
            <a:r>
              <a:rPr lang="en-US" sz="1700" b="1" dirty="0">
                <a:solidFill>
                  <a:srgbClr val="FF0066"/>
                </a:solidFill>
              </a:rPr>
              <a:t> med </a:t>
            </a:r>
            <a:r>
              <a:rPr lang="en-US" sz="1700" b="1" dirty="0" err="1">
                <a:solidFill>
                  <a:srgbClr val="FF0066"/>
                </a:solidFill>
              </a:rPr>
              <a:t>jeres</a:t>
            </a:r>
            <a:r>
              <a:rPr lang="en-US" sz="1700" b="1" dirty="0">
                <a:solidFill>
                  <a:srgbClr val="FF0066"/>
                </a:solidFill>
              </a:rPr>
              <a:t> </a:t>
            </a:r>
            <a:r>
              <a:rPr lang="en-US" sz="1700" b="1" dirty="0" err="1">
                <a:solidFill>
                  <a:srgbClr val="FF0066"/>
                </a:solidFill>
              </a:rPr>
              <a:t>forklaringer</a:t>
            </a:r>
            <a:r>
              <a:rPr lang="en-US" sz="1700" b="1" dirty="0">
                <a:solidFill>
                  <a:srgbClr val="FF0066"/>
                </a:solidFill>
              </a:rPr>
              <a:t> </a:t>
            </a:r>
            <a:r>
              <a:rPr lang="en-US" sz="1700" b="1" dirty="0">
                <a:solidFill>
                  <a:srgbClr val="FF0066"/>
                </a:solidFill>
                <a:sym typeface="Wingdings" panose="05000000000000000000" pitchFamily="2" charset="2"/>
              </a:rPr>
              <a:t></a:t>
            </a:r>
            <a:endParaRPr lang="en-US" sz="1700" b="1" dirty="0">
              <a:solidFill>
                <a:srgbClr val="FF0066"/>
              </a:solidFill>
            </a:endParaRPr>
          </a:p>
          <a:p>
            <a:pPr marL="0" indent="0" algn="l" defTabSz="814388">
              <a:lnSpc>
                <a:spcPct val="95000"/>
              </a:lnSpc>
              <a:spcBef>
                <a:spcPct val="50000"/>
              </a:spcBef>
              <a:buClr>
                <a:srgbClr val="708CA1"/>
              </a:buClr>
              <a:buNone/>
            </a:pPr>
            <a:endParaRPr lang="en-US" sz="1800" b="1" dirty="0">
              <a:latin typeface="+mn-lt"/>
            </a:endParaRPr>
          </a:p>
          <a:p>
            <a:pPr marL="0" indent="0" algn="l" defTabSz="814388">
              <a:lnSpc>
                <a:spcPct val="95000"/>
              </a:lnSpc>
              <a:spcBef>
                <a:spcPct val="50000"/>
              </a:spcBef>
              <a:buClr>
                <a:srgbClr val="708CA1"/>
              </a:buClr>
              <a:buNone/>
            </a:pPr>
            <a:r>
              <a:rPr lang="en-US" sz="1800" b="1" dirty="0" err="1">
                <a:latin typeface="+mn-lt"/>
              </a:rPr>
              <a:t>Eks</a:t>
            </a:r>
            <a:r>
              <a:rPr lang="en-US" sz="1800" b="1" dirty="0">
                <a:latin typeface="+mn-lt"/>
              </a:rPr>
              <a:t>. </a:t>
            </a:r>
            <a:r>
              <a:rPr lang="en-US" sz="1800" b="1" dirty="0" err="1"/>
              <a:t>på</a:t>
            </a:r>
            <a:r>
              <a:rPr lang="en-US" sz="1800" b="1" dirty="0"/>
              <a:t> </a:t>
            </a:r>
            <a:r>
              <a:rPr lang="en-US" sz="1800" b="1" dirty="0" err="1"/>
              <a:t>konfiguration</a:t>
            </a:r>
            <a:r>
              <a:rPr lang="en-US" sz="1800" b="1" dirty="0">
                <a:latin typeface="+mn-lt"/>
              </a:rPr>
              <a:t>: </a:t>
            </a:r>
          </a:p>
          <a:p>
            <a:pPr marL="0" indent="0">
              <a:spcBef>
                <a:spcPts val="1200"/>
              </a:spcBef>
              <a:spcAft>
                <a:spcPts val="600"/>
              </a:spcAft>
              <a:buNone/>
            </a:pPr>
            <a:r>
              <a:rPr lang="da-DK" sz="1400" b="1" dirty="0">
                <a:solidFill>
                  <a:srgbClr val="000000"/>
                </a:solidFill>
                <a:latin typeface="Arial" panose="020B0604020202020204" pitchFamily="34" charset="0"/>
              </a:rPr>
              <a:t> </a:t>
            </a:r>
            <a:r>
              <a:rPr lang="da-DK" sz="1400" b="1" dirty="0" err="1">
                <a:solidFill>
                  <a:srgbClr val="000000"/>
                </a:solidFill>
                <a:latin typeface="Arial" panose="020B0604020202020204" pitchFamily="34" charset="0"/>
              </a:rPr>
              <a:t>Configure</a:t>
            </a:r>
            <a:r>
              <a:rPr lang="da-DK" sz="1400" b="1" dirty="0">
                <a:solidFill>
                  <a:srgbClr val="000000"/>
                </a:solidFill>
                <a:latin typeface="Arial" panose="020B0604020202020204" pitchFamily="34" charset="0"/>
              </a:rPr>
              <a:t> the IKE </a:t>
            </a:r>
            <a:r>
              <a:rPr lang="da-DK" sz="1400" b="1" dirty="0" err="1">
                <a:solidFill>
                  <a:srgbClr val="000000"/>
                </a:solidFill>
                <a:latin typeface="Arial" panose="020B0604020202020204" pitchFamily="34" charset="0"/>
              </a:rPr>
              <a:t>Phase</a:t>
            </a:r>
            <a:r>
              <a:rPr lang="da-DK" sz="1400" b="1" dirty="0">
                <a:solidFill>
                  <a:srgbClr val="000000"/>
                </a:solidFill>
                <a:latin typeface="Arial" panose="020B0604020202020204" pitchFamily="34" charset="0"/>
              </a:rPr>
              <a:t> 1 ISAKMP policy on R1.</a:t>
            </a:r>
          </a:p>
          <a:p>
            <a:pPr marL="0" indent="0">
              <a:spcBef>
                <a:spcPts val="600"/>
              </a:spcBef>
              <a:spcAft>
                <a:spcPts val="600"/>
              </a:spcAft>
              <a:buNone/>
            </a:pPr>
            <a:r>
              <a:rPr lang="da-DK" sz="1400" dirty="0" err="1">
                <a:solidFill>
                  <a:srgbClr val="000000"/>
                </a:solidFill>
                <a:latin typeface="Arial" panose="020B0604020202020204" pitchFamily="34" charset="0"/>
              </a:rPr>
              <a:t>Configure</a:t>
            </a:r>
            <a:r>
              <a:rPr lang="da-DK" sz="1400" dirty="0">
                <a:solidFill>
                  <a:srgbClr val="000000"/>
                </a:solidFill>
                <a:latin typeface="Arial" panose="020B0604020202020204" pitchFamily="34" charset="0"/>
              </a:rPr>
              <a:t> the </a:t>
            </a:r>
            <a:r>
              <a:rPr lang="da-DK" sz="1400" b="1" dirty="0" err="1">
                <a:solidFill>
                  <a:srgbClr val="000000"/>
                </a:solidFill>
                <a:latin typeface="Arial" panose="020B0604020202020204" pitchFamily="34" charset="0"/>
              </a:rPr>
              <a:t>crypto</a:t>
            </a:r>
            <a:r>
              <a:rPr lang="da-DK" sz="1400" b="1" dirty="0">
                <a:solidFill>
                  <a:srgbClr val="000000"/>
                </a:solidFill>
                <a:latin typeface="Arial" panose="020B0604020202020204" pitchFamily="34" charset="0"/>
              </a:rPr>
              <a:t> ISAKMP policy 10 </a:t>
            </a:r>
            <a:r>
              <a:rPr lang="da-DK" sz="1400" dirty="0">
                <a:solidFill>
                  <a:srgbClr val="000000"/>
                </a:solidFill>
                <a:latin typeface="Arial" panose="020B0604020202020204" pitchFamily="34" charset="0"/>
              </a:rPr>
              <a:t>properties on </a:t>
            </a:r>
            <a:r>
              <a:rPr lang="da-DK" sz="1400" b="1" dirty="0">
                <a:solidFill>
                  <a:srgbClr val="000000"/>
                </a:solidFill>
                <a:latin typeface="Arial" panose="020B0604020202020204" pitchFamily="34" charset="0"/>
              </a:rPr>
              <a:t>R1</a:t>
            </a:r>
            <a:r>
              <a:rPr lang="da-DK" sz="1400" dirty="0">
                <a:solidFill>
                  <a:srgbClr val="000000"/>
                </a:solidFill>
                <a:latin typeface="Arial" panose="020B0604020202020204" pitchFamily="34" charset="0"/>
              </a:rPr>
              <a:t> </a:t>
            </a:r>
            <a:r>
              <a:rPr lang="da-DK" sz="1400" dirty="0" err="1">
                <a:solidFill>
                  <a:srgbClr val="000000"/>
                </a:solidFill>
                <a:latin typeface="Arial" panose="020B0604020202020204" pitchFamily="34" charset="0"/>
              </a:rPr>
              <a:t>along</a:t>
            </a:r>
            <a:r>
              <a:rPr lang="da-DK" sz="1400" dirty="0">
                <a:solidFill>
                  <a:srgbClr val="000000"/>
                </a:solidFill>
                <a:latin typeface="Arial" panose="020B0604020202020204" pitchFamily="34" charset="0"/>
              </a:rPr>
              <a:t> with the </a:t>
            </a:r>
            <a:r>
              <a:rPr lang="da-DK" sz="1400" dirty="0" err="1">
                <a:solidFill>
                  <a:srgbClr val="000000"/>
                </a:solidFill>
                <a:latin typeface="Arial" panose="020B0604020202020204" pitchFamily="34" charset="0"/>
              </a:rPr>
              <a:t>shared</a:t>
            </a:r>
            <a:r>
              <a:rPr lang="da-DK" sz="1400" dirty="0">
                <a:solidFill>
                  <a:srgbClr val="000000"/>
                </a:solidFill>
                <a:latin typeface="Arial" panose="020B0604020202020204" pitchFamily="34" charset="0"/>
              </a:rPr>
              <a:t> </a:t>
            </a:r>
            <a:r>
              <a:rPr lang="da-DK" sz="1400" dirty="0" err="1">
                <a:solidFill>
                  <a:srgbClr val="000000"/>
                </a:solidFill>
                <a:latin typeface="Arial" panose="020B0604020202020204" pitchFamily="34" charset="0"/>
              </a:rPr>
              <a:t>crypto</a:t>
            </a:r>
            <a:r>
              <a:rPr lang="da-DK" sz="1400" dirty="0">
                <a:solidFill>
                  <a:srgbClr val="000000"/>
                </a:solidFill>
                <a:latin typeface="Arial" panose="020B0604020202020204" pitchFamily="34" charset="0"/>
              </a:rPr>
              <a:t> </a:t>
            </a:r>
            <a:r>
              <a:rPr lang="da-DK" sz="1400" dirty="0" err="1">
                <a:solidFill>
                  <a:srgbClr val="000000"/>
                </a:solidFill>
                <a:latin typeface="Arial" panose="020B0604020202020204" pitchFamily="34" charset="0"/>
              </a:rPr>
              <a:t>key</a:t>
            </a:r>
            <a:r>
              <a:rPr lang="da-DK" sz="1400" dirty="0">
                <a:solidFill>
                  <a:srgbClr val="000000"/>
                </a:solidFill>
                <a:latin typeface="Arial" panose="020B0604020202020204" pitchFamily="34" charset="0"/>
              </a:rPr>
              <a:t> </a:t>
            </a:r>
            <a:r>
              <a:rPr lang="da-DK" sz="1400" b="1" dirty="0">
                <a:solidFill>
                  <a:srgbClr val="000000"/>
                </a:solidFill>
                <a:latin typeface="Arial" panose="020B0604020202020204" pitchFamily="34" charset="0"/>
              </a:rPr>
              <a:t>vpnpa55</a:t>
            </a:r>
            <a:r>
              <a:rPr lang="da-DK" sz="1400" dirty="0">
                <a:solidFill>
                  <a:srgbClr val="000000"/>
                </a:solidFill>
                <a:latin typeface="Arial" panose="020B0604020202020204" pitchFamily="34" charset="0"/>
              </a:rPr>
              <a:t>…….</a:t>
            </a:r>
          </a:p>
          <a:p>
            <a:pPr marL="457200">
              <a:spcBef>
                <a:spcPts val="300"/>
              </a:spcBef>
              <a:spcAft>
                <a:spcPts val="300"/>
              </a:spcAft>
            </a:pPr>
            <a:r>
              <a:rPr lang="da-DK" sz="1200" dirty="0">
                <a:solidFill>
                  <a:srgbClr val="000000"/>
                </a:solidFill>
                <a:latin typeface="Courier New" panose="02070309020205020404" pitchFamily="49" charset="0"/>
              </a:rPr>
              <a:t>R1(</a:t>
            </a:r>
            <a:r>
              <a:rPr lang="da-DK" sz="1200" dirty="0" err="1">
                <a:solidFill>
                  <a:srgbClr val="000000"/>
                </a:solidFill>
                <a:latin typeface="Courier New" panose="02070309020205020404" pitchFamily="49" charset="0"/>
              </a:rPr>
              <a:t>config</a:t>
            </a:r>
            <a:r>
              <a:rPr lang="da-DK" sz="1200" dirty="0">
                <a:solidFill>
                  <a:srgbClr val="000000"/>
                </a:solidFill>
                <a:latin typeface="Courier New" panose="02070309020205020404" pitchFamily="49" charset="0"/>
              </a:rPr>
              <a:t>)# </a:t>
            </a:r>
            <a:r>
              <a:rPr lang="da-DK" sz="1200" b="1" dirty="0" err="1">
                <a:solidFill>
                  <a:srgbClr val="000000"/>
                </a:solidFill>
                <a:latin typeface="Courier New" panose="02070309020205020404" pitchFamily="49" charset="0"/>
              </a:rPr>
              <a:t>crypto</a:t>
            </a:r>
            <a:r>
              <a:rPr lang="da-DK" sz="1200" b="1" dirty="0">
                <a:solidFill>
                  <a:srgbClr val="000000"/>
                </a:solidFill>
                <a:latin typeface="Courier New" panose="02070309020205020404" pitchFamily="49" charset="0"/>
              </a:rPr>
              <a:t> </a:t>
            </a:r>
            <a:r>
              <a:rPr lang="da-DK" sz="1200" b="1" dirty="0" err="1">
                <a:solidFill>
                  <a:srgbClr val="000000"/>
                </a:solidFill>
                <a:latin typeface="Courier New" panose="02070309020205020404" pitchFamily="49" charset="0"/>
              </a:rPr>
              <a:t>isakmp</a:t>
            </a:r>
            <a:r>
              <a:rPr lang="da-DK" sz="1200" b="1" dirty="0">
                <a:solidFill>
                  <a:srgbClr val="000000"/>
                </a:solidFill>
                <a:latin typeface="Courier New" panose="02070309020205020404" pitchFamily="49" charset="0"/>
              </a:rPr>
              <a:t> policy 10</a:t>
            </a:r>
            <a:endParaRPr lang="da-DK" sz="1200" dirty="0">
              <a:solidFill>
                <a:srgbClr val="000000"/>
              </a:solidFill>
              <a:latin typeface="Courier New" panose="02070309020205020404" pitchFamily="49" charset="0"/>
            </a:endParaRPr>
          </a:p>
          <a:p>
            <a:pPr marL="457200">
              <a:spcBef>
                <a:spcPts val="300"/>
              </a:spcBef>
              <a:spcAft>
                <a:spcPts val="300"/>
              </a:spcAft>
            </a:pPr>
            <a:r>
              <a:rPr lang="da-DK" sz="1200" dirty="0">
                <a:solidFill>
                  <a:srgbClr val="000000"/>
                </a:solidFill>
                <a:latin typeface="Courier New" panose="02070309020205020404" pitchFamily="49" charset="0"/>
              </a:rPr>
              <a:t>R1(</a:t>
            </a:r>
            <a:r>
              <a:rPr lang="da-DK" sz="1200" dirty="0" err="1">
                <a:solidFill>
                  <a:srgbClr val="000000"/>
                </a:solidFill>
                <a:latin typeface="Courier New" panose="02070309020205020404" pitchFamily="49" charset="0"/>
              </a:rPr>
              <a:t>config-isakmp</a:t>
            </a:r>
            <a:r>
              <a:rPr lang="da-DK" sz="1200" dirty="0">
                <a:solidFill>
                  <a:srgbClr val="000000"/>
                </a:solidFill>
                <a:latin typeface="Courier New" panose="02070309020205020404" pitchFamily="49" charset="0"/>
              </a:rPr>
              <a:t>)# </a:t>
            </a:r>
            <a:r>
              <a:rPr lang="da-DK" sz="1200" b="1" dirty="0" err="1">
                <a:solidFill>
                  <a:srgbClr val="000000"/>
                </a:solidFill>
                <a:latin typeface="Courier New" panose="02070309020205020404" pitchFamily="49" charset="0"/>
              </a:rPr>
              <a:t>encryption</a:t>
            </a:r>
            <a:r>
              <a:rPr lang="da-DK" sz="1200" b="1" dirty="0">
                <a:solidFill>
                  <a:srgbClr val="000000"/>
                </a:solidFill>
                <a:latin typeface="Courier New" panose="02070309020205020404" pitchFamily="49" charset="0"/>
              </a:rPr>
              <a:t> aes 256</a:t>
            </a:r>
            <a:endParaRPr lang="da-DK" sz="1200" dirty="0">
              <a:solidFill>
                <a:srgbClr val="000000"/>
              </a:solidFill>
              <a:latin typeface="Courier New" panose="02070309020205020404" pitchFamily="49" charset="0"/>
            </a:endParaRPr>
          </a:p>
          <a:p>
            <a:pPr marL="457200">
              <a:spcBef>
                <a:spcPts val="300"/>
              </a:spcBef>
              <a:spcAft>
                <a:spcPts val="300"/>
              </a:spcAft>
            </a:pPr>
            <a:r>
              <a:rPr lang="da-DK" sz="1200" dirty="0">
                <a:solidFill>
                  <a:srgbClr val="000000"/>
                </a:solidFill>
                <a:latin typeface="Courier New" panose="02070309020205020404" pitchFamily="49" charset="0"/>
              </a:rPr>
              <a:t>R1(</a:t>
            </a:r>
            <a:r>
              <a:rPr lang="da-DK" sz="1200" dirty="0" err="1">
                <a:solidFill>
                  <a:srgbClr val="000000"/>
                </a:solidFill>
                <a:latin typeface="Courier New" panose="02070309020205020404" pitchFamily="49" charset="0"/>
              </a:rPr>
              <a:t>config-isakmp</a:t>
            </a:r>
            <a:r>
              <a:rPr lang="da-DK" sz="1200" dirty="0">
                <a:solidFill>
                  <a:srgbClr val="000000"/>
                </a:solidFill>
                <a:latin typeface="Courier New" panose="02070309020205020404" pitchFamily="49" charset="0"/>
              </a:rPr>
              <a:t>)# </a:t>
            </a:r>
            <a:r>
              <a:rPr lang="da-DK" sz="1200" b="1" dirty="0" err="1">
                <a:solidFill>
                  <a:srgbClr val="000000"/>
                </a:solidFill>
                <a:latin typeface="Courier New" panose="02070309020205020404" pitchFamily="49" charset="0"/>
              </a:rPr>
              <a:t>authentication</a:t>
            </a:r>
            <a:r>
              <a:rPr lang="da-DK" sz="1200" b="1" dirty="0">
                <a:solidFill>
                  <a:srgbClr val="000000"/>
                </a:solidFill>
                <a:latin typeface="Courier New" panose="02070309020205020404" pitchFamily="49" charset="0"/>
              </a:rPr>
              <a:t> </a:t>
            </a:r>
            <a:r>
              <a:rPr lang="da-DK" sz="1200" b="1" dirty="0" err="1">
                <a:solidFill>
                  <a:srgbClr val="000000"/>
                </a:solidFill>
                <a:latin typeface="Courier New" panose="02070309020205020404" pitchFamily="49" charset="0"/>
              </a:rPr>
              <a:t>pre-share</a:t>
            </a:r>
            <a:endParaRPr lang="da-DK" sz="1200" dirty="0">
              <a:solidFill>
                <a:srgbClr val="000000"/>
              </a:solidFill>
              <a:latin typeface="Courier New" panose="02070309020205020404" pitchFamily="49" charset="0"/>
            </a:endParaRPr>
          </a:p>
          <a:p>
            <a:pPr marL="457200">
              <a:spcBef>
                <a:spcPts val="300"/>
              </a:spcBef>
              <a:spcAft>
                <a:spcPts val="300"/>
              </a:spcAft>
            </a:pPr>
            <a:r>
              <a:rPr lang="da-DK" sz="1200" dirty="0">
                <a:solidFill>
                  <a:srgbClr val="000000"/>
                </a:solidFill>
                <a:latin typeface="Courier New" panose="02070309020205020404" pitchFamily="49" charset="0"/>
              </a:rPr>
              <a:t>R1(</a:t>
            </a:r>
            <a:r>
              <a:rPr lang="da-DK" sz="1200" dirty="0" err="1">
                <a:solidFill>
                  <a:srgbClr val="000000"/>
                </a:solidFill>
                <a:latin typeface="Courier New" panose="02070309020205020404" pitchFamily="49" charset="0"/>
              </a:rPr>
              <a:t>config-isakmp</a:t>
            </a:r>
            <a:r>
              <a:rPr lang="da-DK" sz="1200" dirty="0">
                <a:solidFill>
                  <a:srgbClr val="000000"/>
                </a:solidFill>
                <a:latin typeface="Courier New" panose="02070309020205020404" pitchFamily="49" charset="0"/>
              </a:rPr>
              <a:t>)# </a:t>
            </a:r>
            <a:r>
              <a:rPr lang="da-DK" sz="1200" b="1" dirty="0" err="1">
                <a:solidFill>
                  <a:srgbClr val="000000"/>
                </a:solidFill>
                <a:latin typeface="Courier New" panose="02070309020205020404" pitchFamily="49" charset="0"/>
              </a:rPr>
              <a:t>group</a:t>
            </a:r>
            <a:r>
              <a:rPr lang="da-DK" sz="1200" b="1" dirty="0">
                <a:solidFill>
                  <a:srgbClr val="000000"/>
                </a:solidFill>
                <a:latin typeface="Courier New" panose="02070309020205020404" pitchFamily="49" charset="0"/>
              </a:rPr>
              <a:t> 5</a:t>
            </a:r>
            <a:endParaRPr lang="da-DK" sz="1200" dirty="0">
              <a:solidFill>
                <a:srgbClr val="000000"/>
              </a:solidFill>
              <a:latin typeface="Courier New" panose="02070309020205020404" pitchFamily="49" charset="0"/>
            </a:endParaRPr>
          </a:p>
          <a:p>
            <a:pPr marL="457200">
              <a:spcBef>
                <a:spcPts val="300"/>
              </a:spcBef>
              <a:spcAft>
                <a:spcPts val="300"/>
              </a:spcAft>
            </a:pPr>
            <a:r>
              <a:rPr lang="da-DK" sz="1200" dirty="0">
                <a:solidFill>
                  <a:srgbClr val="000000"/>
                </a:solidFill>
                <a:latin typeface="Courier New" panose="02070309020205020404" pitchFamily="49" charset="0"/>
              </a:rPr>
              <a:t>R1(</a:t>
            </a:r>
            <a:r>
              <a:rPr lang="da-DK" sz="1200" dirty="0" err="1">
                <a:solidFill>
                  <a:srgbClr val="000000"/>
                </a:solidFill>
                <a:latin typeface="Courier New" panose="02070309020205020404" pitchFamily="49" charset="0"/>
              </a:rPr>
              <a:t>config-isakmp</a:t>
            </a:r>
            <a:r>
              <a:rPr lang="da-DK" sz="1200" dirty="0">
                <a:solidFill>
                  <a:srgbClr val="000000"/>
                </a:solidFill>
                <a:latin typeface="Courier New" panose="02070309020205020404" pitchFamily="49" charset="0"/>
              </a:rPr>
              <a:t>)# </a:t>
            </a:r>
            <a:r>
              <a:rPr lang="da-DK" sz="1200" b="1" dirty="0">
                <a:solidFill>
                  <a:srgbClr val="000000"/>
                </a:solidFill>
                <a:latin typeface="Courier New" panose="02070309020205020404" pitchFamily="49" charset="0"/>
              </a:rPr>
              <a:t>exit</a:t>
            </a:r>
            <a:endParaRPr lang="da-DK" sz="1200" dirty="0">
              <a:solidFill>
                <a:srgbClr val="000000"/>
              </a:solidFill>
              <a:latin typeface="Courier New" panose="02070309020205020404" pitchFamily="49" charset="0"/>
            </a:endParaRPr>
          </a:p>
          <a:p>
            <a:pPr marL="457200">
              <a:spcBef>
                <a:spcPts val="300"/>
              </a:spcBef>
              <a:spcAft>
                <a:spcPts val="300"/>
              </a:spcAft>
            </a:pPr>
            <a:r>
              <a:rPr lang="da-DK" sz="1200" dirty="0">
                <a:solidFill>
                  <a:srgbClr val="000000"/>
                </a:solidFill>
                <a:latin typeface="Courier New" panose="02070309020205020404" pitchFamily="49" charset="0"/>
              </a:rPr>
              <a:t>R1(</a:t>
            </a:r>
            <a:r>
              <a:rPr lang="da-DK" sz="1200" dirty="0" err="1">
                <a:solidFill>
                  <a:srgbClr val="000000"/>
                </a:solidFill>
                <a:latin typeface="Courier New" panose="02070309020205020404" pitchFamily="49" charset="0"/>
              </a:rPr>
              <a:t>config</a:t>
            </a:r>
            <a:r>
              <a:rPr lang="da-DK" sz="1200" dirty="0">
                <a:solidFill>
                  <a:srgbClr val="000000"/>
                </a:solidFill>
                <a:latin typeface="Courier New" panose="02070309020205020404" pitchFamily="49" charset="0"/>
              </a:rPr>
              <a:t>)# </a:t>
            </a:r>
            <a:r>
              <a:rPr lang="da-DK" sz="1200" b="1" dirty="0" err="1">
                <a:solidFill>
                  <a:srgbClr val="000000"/>
                </a:solidFill>
                <a:latin typeface="Courier New" panose="02070309020205020404" pitchFamily="49" charset="0"/>
              </a:rPr>
              <a:t>crypto</a:t>
            </a:r>
            <a:r>
              <a:rPr lang="da-DK" sz="1200" b="1" dirty="0">
                <a:solidFill>
                  <a:srgbClr val="000000"/>
                </a:solidFill>
                <a:latin typeface="Courier New" panose="02070309020205020404" pitchFamily="49" charset="0"/>
              </a:rPr>
              <a:t> </a:t>
            </a:r>
            <a:r>
              <a:rPr lang="da-DK" sz="1200" b="1" dirty="0" err="1">
                <a:solidFill>
                  <a:srgbClr val="000000"/>
                </a:solidFill>
                <a:latin typeface="Courier New" panose="02070309020205020404" pitchFamily="49" charset="0"/>
              </a:rPr>
              <a:t>isakmp</a:t>
            </a:r>
            <a:r>
              <a:rPr lang="da-DK" sz="1200" b="1" dirty="0">
                <a:solidFill>
                  <a:srgbClr val="000000"/>
                </a:solidFill>
                <a:latin typeface="Courier New" panose="02070309020205020404" pitchFamily="49" charset="0"/>
              </a:rPr>
              <a:t> </a:t>
            </a:r>
            <a:r>
              <a:rPr lang="da-DK" sz="1200" b="1" dirty="0" err="1">
                <a:solidFill>
                  <a:srgbClr val="000000"/>
                </a:solidFill>
                <a:latin typeface="Courier New" panose="02070309020205020404" pitchFamily="49" charset="0"/>
              </a:rPr>
              <a:t>key</a:t>
            </a:r>
            <a:r>
              <a:rPr lang="da-DK" sz="1200" b="1" dirty="0">
                <a:solidFill>
                  <a:srgbClr val="000000"/>
                </a:solidFill>
                <a:latin typeface="Courier New" panose="02070309020205020404" pitchFamily="49" charset="0"/>
              </a:rPr>
              <a:t> vpnpa55 </a:t>
            </a:r>
            <a:r>
              <a:rPr lang="da-DK" sz="1200" b="1" dirty="0" err="1">
                <a:solidFill>
                  <a:srgbClr val="000000"/>
                </a:solidFill>
                <a:latin typeface="Courier New" panose="02070309020205020404" pitchFamily="49" charset="0"/>
              </a:rPr>
              <a:t>address</a:t>
            </a:r>
            <a:r>
              <a:rPr lang="da-DK" sz="1200" b="1" dirty="0">
                <a:solidFill>
                  <a:srgbClr val="000000"/>
                </a:solidFill>
                <a:latin typeface="Courier New" panose="02070309020205020404" pitchFamily="49" charset="0"/>
              </a:rPr>
              <a:t> 10.2.2.2</a:t>
            </a:r>
            <a:endParaRPr lang="da-DK" sz="12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978575851"/>
      </p:ext>
    </p:extLst>
  </p:cSld>
  <p:clrMapOvr>
    <a:masterClrMapping/>
  </p:clrMapOvr>
  <p:transition advTm="89462"/>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el 1">
            <a:extLst>
              <a:ext uri="{FF2B5EF4-FFF2-40B4-BE49-F238E27FC236}">
                <a16:creationId xmlns:a16="http://schemas.microsoft.com/office/drawing/2014/main" id="{52198283-5348-4D0B-B791-9F4670E569AA}"/>
              </a:ext>
            </a:extLst>
          </p:cNvPr>
          <p:cNvSpPr>
            <a:spLocks noGrp="1"/>
          </p:cNvSpPr>
          <p:nvPr>
            <p:ph type="title"/>
          </p:nvPr>
        </p:nvSpPr>
        <p:spPr>
          <a:xfrm>
            <a:off x="0" y="-40958"/>
            <a:ext cx="9143999" cy="628650"/>
          </a:xfrm>
        </p:spPr>
        <p:txBody>
          <a:bodyPr/>
          <a:lstStyle/>
          <a:p>
            <a:r>
              <a:rPr lang="da-DK" altLang="da-DK" sz="3200"/>
              <a:t>Opgave VPN</a:t>
            </a:r>
          </a:p>
        </p:txBody>
      </p:sp>
      <p:sp>
        <p:nvSpPr>
          <p:cNvPr id="3" name="Pladsholder til indhold 2">
            <a:extLst>
              <a:ext uri="{FF2B5EF4-FFF2-40B4-BE49-F238E27FC236}">
                <a16:creationId xmlns:a16="http://schemas.microsoft.com/office/drawing/2014/main" id="{1E7178FD-0C5F-4651-AD61-BA2F0708DC43}"/>
              </a:ext>
            </a:extLst>
          </p:cNvPr>
          <p:cNvSpPr>
            <a:spLocks noGrp="1"/>
          </p:cNvSpPr>
          <p:nvPr>
            <p:ph idx="1"/>
          </p:nvPr>
        </p:nvSpPr>
        <p:spPr>
          <a:xfrm>
            <a:off x="150605" y="557798"/>
            <a:ext cx="8842788" cy="2463904"/>
          </a:xfrm>
        </p:spPr>
        <p:txBody>
          <a:bodyPr/>
          <a:lstStyle/>
          <a:p>
            <a:pPr marL="0" indent="0" algn="l" defTabSz="814388">
              <a:lnSpc>
                <a:spcPct val="95000"/>
              </a:lnSpc>
              <a:spcBef>
                <a:spcPct val="50000"/>
              </a:spcBef>
              <a:buClr>
                <a:srgbClr val="708CA1"/>
              </a:buClr>
              <a:buNone/>
            </a:pPr>
            <a:r>
              <a:rPr lang="en-US" sz="1800" b="1" dirty="0" err="1">
                <a:solidFill>
                  <a:srgbClr val="FF0066"/>
                </a:solidFill>
              </a:rPr>
              <a:t>Opgaven</a:t>
            </a:r>
            <a:r>
              <a:rPr lang="en-US" sz="1800" b="1" dirty="0">
                <a:solidFill>
                  <a:srgbClr val="FF0066"/>
                </a:solidFill>
              </a:rPr>
              <a:t> ligger </a:t>
            </a:r>
            <a:r>
              <a:rPr lang="en-US" sz="1800" b="1" dirty="0" err="1">
                <a:solidFill>
                  <a:srgbClr val="FF0066"/>
                </a:solidFill>
              </a:rPr>
              <a:t>i</a:t>
            </a:r>
            <a:r>
              <a:rPr lang="en-US" sz="1800" b="1" dirty="0">
                <a:solidFill>
                  <a:srgbClr val="FF0066"/>
                </a:solidFill>
              </a:rPr>
              <a:t> Learn </a:t>
            </a:r>
            <a:r>
              <a:rPr lang="en-US" sz="1800" b="1" dirty="0" err="1">
                <a:solidFill>
                  <a:srgbClr val="FF0066"/>
                </a:solidFill>
              </a:rPr>
              <a:t>og</a:t>
            </a:r>
            <a:r>
              <a:rPr lang="en-US" sz="1800" b="1" dirty="0">
                <a:solidFill>
                  <a:srgbClr val="FF0066"/>
                </a:solidFill>
              </a:rPr>
              <a:t> </a:t>
            </a:r>
            <a:r>
              <a:rPr lang="en-US" sz="1800" b="1" dirty="0" err="1">
                <a:solidFill>
                  <a:srgbClr val="FF0066"/>
                </a:solidFill>
              </a:rPr>
              <a:t>hedder</a:t>
            </a:r>
            <a:r>
              <a:rPr lang="en-US" sz="1800" b="1" dirty="0">
                <a:solidFill>
                  <a:srgbClr val="FF0066"/>
                </a:solidFill>
              </a:rPr>
              <a:t> Site-to-site VPN – </a:t>
            </a:r>
            <a:r>
              <a:rPr lang="en-US" sz="1800" b="1" dirty="0" err="1">
                <a:solidFill>
                  <a:srgbClr val="FF0066"/>
                </a:solidFill>
              </a:rPr>
              <a:t>aflevér</a:t>
            </a:r>
            <a:r>
              <a:rPr lang="en-US" sz="1800" b="1" dirty="0">
                <a:solidFill>
                  <a:srgbClr val="FF0066"/>
                </a:solidFill>
              </a:rPr>
              <a:t> PT fil </a:t>
            </a:r>
            <a:r>
              <a:rPr lang="en-US" sz="1800" b="1" dirty="0" err="1">
                <a:solidFill>
                  <a:srgbClr val="FF0066"/>
                </a:solidFill>
              </a:rPr>
              <a:t>og</a:t>
            </a:r>
            <a:r>
              <a:rPr lang="en-US" sz="1800" b="1" dirty="0">
                <a:solidFill>
                  <a:srgbClr val="FF0066"/>
                </a:solidFill>
              </a:rPr>
              <a:t> </a:t>
            </a:r>
            <a:r>
              <a:rPr lang="en-US" sz="1800" b="1" dirty="0" err="1">
                <a:solidFill>
                  <a:srgbClr val="FF0066"/>
                </a:solidFill>
              </a:rPr>
              <a:t>dokument</a:t>
            </a:r>
            <a:r>
              <a:rPr lang="en-US" sz="1800" b="1" dirty="0">
                <a:solidFill>
                  <a:srgbClr val="FF0066"/>
                </a:solidFill>
              </a:rPr>
              <a:t> med </a:t>
            </a:r>
            <a:r>
              <a:rPr lang="en-US" sz="1800" b="1" dirty="0" err="1">
                <a:solidFill>
                  <a:srgbClr val="FF0066"/>
                </a:solidFill>
              </a:rPr>
              <a:t>forklaring</a:t>
            </a:r>
            <a:r>
              <a:rPr lang="en-US" sz="1800" b="1" dirty="0">
                <a:solidFill>
                  <a:srgbClr val="FF0066"/>
                </a:solidFill>
              </a:rPr>
              <a:t> . </a:t>
            </a:r>
            <a:r>
              <a:rPr lang="en-US" sz="1800" b="1" dirty="0" err="1">
                <a:solidFill>
                  <a:srgbClr val="FF0066"/>
                </a:solidFill>
              </a:rPr>
              <a:t>Alle</a:t>
            </a:r>
            <a:r>
              <a:rPr lang="en-US" sz="1800" b="1" dirty="0">
                <a:solidFill>
                  <a:srgbClr val="FF0066"/>
                </a:solidFill>
              </a:rPr>
              <a:t> </a:t>
            </a:r>
            <a:r>
              <a:rPr lang="en-US" sz="1800" b="1" dirty="0" err="1">
                <a:solidFill>
                  <a:srgbClr val="FF0066"/>
                </a:solidFill>
              </a:rPr>
              <a:t>afleverer</a:t>
            </a:r>
            <a:r>
              <a:rPr lang="en-US" sz="1800" b="1" dirty="0">
                <a:solidFill>
                  <a:srgbClr val="FF0066"/>
                </a:solidFill>
              </a:rPr>
              <a:t> – </a:t>
            </a:r>
            <a:r>
              <a:rPr lang="en-US" sz="1800" b="1" dirty="0" err="1">
                <a:solidFill>
                  <a:srgbClr val="FF0066"/>
                </a:solidFill>
              </a:rPr>
              <a:t>skriv</a:t>
            </a:r>
            <a:r>
              <a:rPr lang="en-US" sz="1800" b="1" dirty="0">
                <a:solidFill>
                  <a:srgbClr val="FF0066"/>
                </a:solidFill>
              </a:rPr>
              <a:t> </a:t>
            </a:r>
            <a:r>
              <a:rPr lang="en-US" sz="1800" b="1" dirty="0" err="1">
                <a:solidFill>
                  <a:srgbClr val="FF0066"/>
                </a:solidFill>
              </a:rPr>
              <a:t>navn</a:t>
            </a:r>
            <a:r>
              <a:rPr lang="en-US" sz="1800" b="1" dirty="0">
                <a:solidFill>
                  <a:srgbClr val="FF0066"/>
                </a:solidFill>
              </a:rPr>
              <a:t>  </a:t>
            </a:r>
            <a:r>
              <a:rPr lang="en-US" sz="1800" b="1" dirty="0" err="1">
                <a:solidFill>
                  <a:srgbClr val="FF0066"/>
                </a:solidFill>
              </a:rPr>
              <a:t>på</a:t>
            </a:r>
            <a:r>
              <a:rPr lang="en-US" sz="1800" b="1" dirty="0">
                <a:solidFill>
                  <a:srgbClr val="FF0066"/>
                </a:solidFill>
              </a:rPr>
              <a:t> </a:t>
            </a:r>
            <a:r>
              <a:rPr lang="en-US" sz="1800" b="1" dirty="0" err="1">
                <a:solidFill>
                  <a:srgbClr val="FF0066"/>
                </a:solidFill>
              </a:rPr>
              <a:t>dokumentet</a:t>
            </a:r>
            <a:r>
              <a:rPr lang="en-US" sz="1800" b="1" dirty="0">
                <a:solidFill>
                  <a:srgbClr val="FF0066"/>
                </a:solidFill>
              </a:rPr>
              <a:t> </a:t>
            </a:r>
            <a:r>
              <a:rPr lang="en-US" sz="1800" b="1" dirty="0" err="1">
                <a:solidFill>
                  <a:srgbClr val="FF0066"/>
                </a:solidFill>
              </a:rPr>
              <a:t>hvem</a:t>
            </a:r>
            <a:r>
              <a:rPr lang="en-US" sz="1800" b="1" dirty="0">
                <a:solidFill>
                  <a:srgbClr val="FF0066"/>
                </a:solidFill>
              </a:rPr>
              <a:t> der  </a:t>
            </a:r>
            <a:r>
              <a:rPr lang="en-US" sz="1800" b="1" dirty="0" err="1">
                <a:solidFill>
                  <a:srgbClr val="FF0066"/>
                </a:solidFill>
              </a:rPr>
              <a:t>er</a:t>
            </a:r>
            <a:r>
              <a:rPr lang="en-US" sz="1800" b="1" dirty="0">
                <a:solidFill>
                  <a:srgbClr val="FF0066"/>
                </a:solidFill>
              </a:rPr>
              <a:t> “</a:t>
            </a:r>
            <a:r>
              <a:rPr lang="en-US" sz="1800" b="1" dirty="0" err="1">
                <a:solidFill>
                  <a:srgbClr val="FF0066"/>
                </a:solidFill>
              </a:rPr>
              <a:t>gruppen</a:t>
            </a:r>
            <a:r>
              <a:rPr lang="en-US" sz="1800" b="1" dirty="0">
                <a:solidFill>
                  <a:srgbClr val="FF0066"/>
                </a:solidFill>
              </a:rPr>
              <a:t>” </a:t>
            </a:r>
            <a:r>
              <a:rPr lang="en-US" sz="1800" b="1" dirty="0">
                <a:solidFill>
                  <a:srgbClr val="FF0066"/>
                </a:solidFill>
                <a:sym typeface="Wingdings" panose="05000000000000000000" pitchFamily="2" charset="2"/>
              </a:rPr>
              <a:t></a:t>
            </a:r>
            <a:endParaRPr lang="en-US" sz="1800" b="1" dirty="0">
              <a:solidFill>
                <a:srgbClr val="FF0066"/>
              </a:solidFill>
            </a:endParaRPr>
          </a:p>
          <a:p>
            <a:pPr marL="0" indent="0" algn="l" defTabSz="814388">
              <a:lnSpc>
                <a:spcPct val="95000"/>
              </a:lnSpc>
              <a:spcBef>
                <a:spcPct val="50000"/>
              </a:spcBef>
              <a:buClr>
                <a:srgbClr val="708CA1"/>
              </a:buClr>
              <a:buNone/>
            </a:pPr>
            <a:r>
              <a:rPr lang="en-US" sz="1800" b="1">
                <a:solidFill>
                  <a:srgbClr val="FF0066"/>
                </a:solidFill>
                <a:latin typeface="+mn-lt"/>
              </a:rPr>
              <a:t>Alle konfigurationslinjer er angivet – så I skal “bare” forklare (linje for linje) hvad hver commando gør.</a:t>
            </a:r>
            <a:endParaRPr lang="en-US" sz="1800" b="1" dirty="0">
              <a:solidFill>
                <a:srgbClr val="FF0066"/>
              </a:solidFill>
              <a:latin typeface="+mn-lt"/>
            </a:endParaRPr>
          </a:p>
          <a:p>
            <a:pPr marL="0" indent="0" algn="l" defTabSz="814388">
              <a:lnSpc>
                <a:spcPct val="95000"/>
              </a:lnSpc>
              <a:spcBef>
                <a:spcPct val="50000"/>
              </a:spcBef>
              <a:buClr>
                <a:srgbClr val="708CA1"/>
              </a:buClr>
              <a:buNone/>
            </a:pPr>
            <a:r>
              <a:rPr lang="en-US" sz="1800" dirty="0">
                <a:solidFill>
                  <a:schemeClr val="tx1">
                    <a:lumMod val="50000"/>
                  </a:schemeClr>
                </a:solidFill>
              </a:rPr>
              <a:t>Den </a:t>
            </a:r>
            <a:r>
              <a:rPr lang="en-US" sz="1800" dirty="0" err="1">
                <a:solidFill>
                  <a:schemeClr val="tx1">
                    <a:lumMod val="50000"/>
                  </a:schemeClr>
                </a:solidFill>
              </a:rPr>
              <a:t>er</a:t>
            </a:r>
            <a:r>
              <a:rPr lang="en-US" sz="1800" dirty="0">
                <a:solidFill>
                  <a:schemeClr val="tx1">
                    <a:lumMod val="50000"/>
                  </a:schemeClr>
                </a:solidFill>
              </a:rPr>
              <a:t> </a:t>
            </a:r>
            <a:r>
              <a:rPr lang="en-US" sz="1800" dirty="0" err="1">
                <a:solidFill>
                  <a:schemeClr val="tx1">
                    <a:lumMod val="50000"/>
                  </a:schemeClr>
                </a:solidFill>
              </a:rPr>
              <a:t>ikke</a:t>
            </a:r>
            <a:r>
              <a:rPr lang="en-US" sz="1800" dirty="0">
                <a:solidFill>
                  <a:schemeClr val="tx1">
                    <a:lumMod val="50000"/>
                  </a:schemeClr>
                </a:solidFill>
              </a:rPr>
              <a:t> </a:t>
            </a:r>
            <a:r>
              <a:rPr lang="en-US" sz="1800" dirty="0" err="1">
                <a:solidFill>
                  <a:schemeClr val="tx1">
                    <a:lumMod val="50000"/>
                  </a:schemeClr>
                </a:solidFill>
              </a:rPr>
              <a:t>helt</a:t>
            </a:r>
            <a:r>
              <a:rPr lang="en-US" sz="1800" dirty="0">
                <a:solidFill>
                  <a:schemeClr val="tx1">
                    <a:lumMod val="50000"/>
                  </a:schemeClr>
                </a:solidFill>
              </a:rPr>
              <a:t> </a:t>
            </a:r>
            <a:r>
              <a:rPr lang="en-US" sz="1800" dirty="0" err="1">
                <a:solidFill>
                  <a:schemeClr val="tx1">
                    <a:lumMod val="50000"/>
                  </a:schemeClr>
                </a:solidFill>
              </a:rPr>
              <a:t>nem</a:t>
            </a:r>
            <a:r>
              <a:rPr lang="en-US" sz="1800" dirty="0">
                <a:solidFill>
                  <a:schemeClr val="tx1">
                    <a:lumMod val="50000"/>
                  </a:schemeClr>
                </a:solidFill>
              </a:rPr>
              <a:t> </a:t>
            </a:r>
            <a:r>
              <a:rPr lang="en-US" sz="1800" dirty="0">
                <a:solidFill>
                  <a:schemeClr val="tx1">
                    <a:lumMod val="50000"/>
                  </a:schemeClr>
                </a:solidFill>
                <a:sym typeface="Wingdings" panose="05000000000000000000" pitchFamily="2" charset="2"/>
              </a:rPr>
              <a:t>  (</a:t>
            </a:r>
            <a:r>
              <a:rPr lang="en-US" sz="1800">
                <a:solidFill>
                  <a:schemeClr val="tx1">
                    <a:lumMod val="50000"/>
                  </a:schemeClr>
                </a:solidFill>
                <a:sym typeface="Wingdings" panose="05000000000000000000" pitchFamily="2" charset="2"/>
              </a:rPr>
              <a:t>men sjov hvis I spørger mig) </a:t>
            </a:r>
            <a:r>
              <a:rPr lang="en-US" sz="1800" dirty="0" err="1">
                <a:solidFill>
                  <a:schemeClr val="tx1">
                    <a:lumMod val="50000"/>
                  </a:schemeClr>
                </a:solidFill>
                <a:sym typeface="Wingdings" panose="05000000000000000000" pitchFamily="2" charset="2"/>
              </a:rPr>
              <a:t>og</a:t>
            </a:r>
            <a:r>
              <a:rPr lang="en-US" sz="1800" dirty="0">
                <a:solidFill>
                  <a:schemeClr val="tx1">
                    <a:lumMod val="50000"/>
                  </a:schemeClr>
                </a:solidFill>
                <a:sym typeface="Wingdings" panose="05000000000000000000" pitchFamily="2" charset="2"/>
              </a:rPr>
              <a:t> der </a:t>
            </a:r>
            <a:r>
              <a:rPr lang="en-US" sz="1800" dirty="0" err="1">
                <a:solidFill>
                  <a:schemeClr val="tx1">
                    <a:lumMod val="50000"/>
                  </a:schemeClr>
                </a:solidFill>
                <a:sym typeface="Wingdings" panose="05000000000000000000" pitchFamily="2" charset="2"/>
              </a:rPr>
              <a:t>vil</a:t>
            </a:r>
            <a:r>
              <a:rPr lang="en-US" sz="1800" dirty="0">
                <a:solidFill>
                  <a:schemeClr val="tx1">
                    <a:lumMod val="50000"/>
                  </a:schemeClr>
                </a:solidFill>
                <a:sym typeface="Wingdings" panose="05000000000000000000" pitchFamily="2" charset="2"/>
              </a:rPr>
              <a:t> </a:t>
            </a:r>
            <a:r>
              <a:rPr lang="en-US" sz="1800" dirty="0" err="1">
                <a:solidFill>
                  <a:schemeClr val="tx1">
                    <a:lumMod val="50000"/>
                  </a:schemeClr>
                </a:solidFill>
                <a:sym typeface="Wingdings" panose="05000000000000000000" pitchFamily="2" charset="2"/>
              </a:rPr>
              <a:t>nok</a:t>
            </a:r>
            <a:r>
              <a:rPr lang="en-US" sz="1800" dirty="0">
                <a:solidFill>
                  <a:schemeClr val="tx1">
                    <a:lumMod val="50000"/>
                  </a:schemeClr>
                </a:solidFill>
                <a:sym typeface="Wingdings" panose="05000000000000000000" pitchFamily="2" charset="2"/>
              </a:rPr>
              <a:t> </a:t>
            </a:r>
            <a:r>
              <a:rPr lang="en-US" sz="1800" dirty="0" err="1">
                <a:solidFill>
                  <a:schemeClr val="tx1">
                    <a:lumMod val="50000"/>
                  </a:schemeClr>
                </a:solidFill>
                <a:sym typeface="Wingdings" panose="05000000000000000000" pitchFamily="2" charset="2"/>
              </a:rPr>
              <a:t>være</a:t>
            </a:r>
            <a:r>
              <a:rPr lang="en-US" sz="1800" dirty="0">
                <a:solidFill>
                  <a:schemeClr val="tx1">
                    <a:lumMod val="50000"/>
                  </a:schemeClr>
                </a:solidFill>
                <a:sym typeface="Wingdings" panose="05000000000000000000" pitchFamily="2" charset="2"/>
              </a:rPr>
              <a:t> ret </a:t>
            </a:r>
            <a:r>
              <a:rPr lang="en-US" sz="1800" dirty="0" err="1">
                <a:solidFill>
                  <a:schemeClr val="tx1">
                    <a:lumMod val="50000"/>
                  </a:schemeClr>
                </a:solidFill>
                <a:sym typeface="Wingdings" panose="05000000000000000000" pitchFamily="2" charset="2"/>
              </a:rPr>
              <a:t>meget</a:t>
            </a:r>
            <a:r>
              <a:rPr lang="en-US" sz="1800" dirty="0">
                <a:solidFill>
                  <a:schemeClr val="tx1">
                    <a:lumMod val="50000"/>
                  </a:schemeClr>
                </a:solidFill>
                <a:sym typeface="Wingdings" panose="05000000000000000000" pitchFamily="2" charset="2"/>
              </a:rPr>
              <a:t> I </a:t>
            </a:r>
            <a:r>
              <a:rPr lang="en-US" sz="1800" dirty="0" err="1">
                <a:solidFill>
                  <a:schemeClr val="tx1">
                    <a:lumMod val="50000"/>
                  </a:schemeClr>
                </a:solidFill>
                <a:sym typeface="Wingdings" panose="05000000000000000000" pitchFamily="2" charset="2"/>
              </a:rPr>
              <a:t>skal</a:t>
            </a:r>
            <a:r>
              <a:rPr lang="en-US" sz="1800" dirty="0">
                <a:solidFill>
                  <a:schemeClr val="tx1">
                    <a:lumMod val="50000"/>
                  </a:schemeClr>
                </a:solidFill>
                <a:sym typeface="Wingdings" panose="05000000000000000000" pitchFamily="2" charset="2"/>
              </a:rPr>
              <a:t> </a:t>
            </a:r>
            <a:r>
              <a:rPr lang="en-US" sz="1800" dirty="0" err="1">
                <a:solidFill>
                  <a:schemeClr val="tx1">
                    <a:lumMod val="50000"/>
                  </a:schemeClr>
                </a:solidFill>
                <a:sym typeface="Wingdings" panose="05000000000000000000" pitchFamily="2" charset="2"/>
              </a:rPr>
              <a:t>undersøge</a:t>
            </a:r>
            <a:r>
              <a:rPr lang="en-US" sz="1800" dirty="0">
                <a:solidFill>
                  <a:schemeClr val="tx1">
                    <a:lumMod val="50000"/>
                  </a:schemeClr>
                </a:solidFill>
                <a:sym typeface="Wingdings" panose="05000000000000000000" pitchFamily="2" charset="2"/>
              </a:rPr>
              <a:t> </a:t>
            </a:r>
            <a:r>
              <a:rPr lang="en-US" sz="1800" dirty="0" err="1">
                <a:solidFill>
                  <a:schemeClr val="tx1">
                    <a:lumMod val="50000"/>
                  </a:schemeClr>
                </a:solidFill>
                <a:sym typeface="Wingdings" panose="05000000000000000000" pitchFamily="2" charset="2"/>
              </a:rPr>
              <a:t>og</a:t>
            </a:r>
            <a:r>
              <a:rPr lang="en-US" sz="1800" dirty="0">
                <a:solidFill>
                  <a:schemeClr val="tx1">
                    <a:lumMod val="50000"/>
                  </a:schemeClr>
                </a:solidFill>
                <a:sym typeface="Wingdings" panose="05000000000000000000" pitchFamily="2" charset="2"/>
              </a:rPr>
              <a:t> </a:t>
            </a:r>
            <a:r>
              <a:rPr lang="en-US" sz="1800" dirty="0" err="1">
                <a:solidFill>
                  <a:schemeClr val="tx1">
                    <a:lumMod val="50000"/>
                  </a:schemeClr>
                </a:solidFill>
                <a:sym typeface="Wingdings" panose="05000000000000000000" pitchFamily="2" charset="2"/>
              </a:rPr>
              <a:t>diskutere</a:t>
            </a:r>
            <a:r>
              <a:rPr lang="en-US" sz="1800" dirty="0">
                <a:solidFill>
                  <a:schemeClr val="tx1">
                    <a:lumMod val="50000"/>
                  </a:schemeClr>
                </a:solidFill>
                <a:sym typeface="Wingdings" panose="05000000000000000000" pitchFamily="2" charset="2"/>
              </a:rPr>
              <a:t> </a:t>
            </a:r>
            <a:r>
              <a:rPr lang="en-US" sz="1800" dirty="0" err="1">
                <a:solidFill>
                  <a:schemeClr val="tx1">
                    <a:lumMod val="50000"/>
                  </a:schemeClr>
                </a:solidFill>
                <a:sym typeface="Wingdings" panose="05000000000000000000" pitchFamily="2" charset="2"/>
              </a:rPr>
              <a:t>undervejs</a:t>
            </a:r>
            <a:r>
              <a:rPr lang="en-US" sz="1800" dirty="0">
                <a:solidFill>
                  <a:schemeClr val="tx1">
                    <a:lumMod val="50000"/>
                  </a:schemeClr>
                </a:solidFill>
                <a:sym typeface="Wingdings" panose="05000000000000000000" pitchFamily="2" charset="2"/>
              </a:rPr>
              <a:t>.</a:t>
            </a:r>
          </a:p>
        </p:txBody>
      </p:sp>
      <p:pic>
        <p:nvPicPr>
          <p:cNvPr id="5" name="Billede 4">
            <a:extLst>
              <a:ext uri="{FF2B5EF4-FFF2-40B4-BE49-F238E27FC236}">
                <a16:creationId xmlns:a16="http://schemas.microsoft.com/office/drawing/2014/main" id="{A64A63BB-34A4-6EAB-8F34-0D96E9E6FE59}"/>
              </a:ext>
            </a:extLst>
          </p:cNvPr>
          <p:cNvPicPr>
            <a:picLocks noChangeAspect="1"/>
          </p:cNvPicPr>
          <p:nvPr/>
        </p:nvPicPr>
        <p:blipFill>
          <a:blip r:embed="rId3"/>
          <a:stretch>
            <a:fillRect/>
          </a:stretch>
        </p:blipFill>
        <p:spPr>
          <a:xfrm>
            <a:off x="2991556" y="2545302"/>
            <a:ext cx="6077140" cy="2550994"/>
          </a:xfrm>
          <a:prstGeom prst="rect">
            <a:avLst/>
          </a:prstGeom>
        </p:spPr>
      </p:pic>
      <p:sp>
        <p:nvSpPr>
          <p:cNvPr id="8" name="Pladsholder til indhold 2">
            <a:extLst>
              <a:ext uri="{FF2B5EF4-FFF2-40B4-BE49-F238E27FC236}">
                <a16:creationId xmlns:a16="http://schemas.microsoft.com/office/drawing/2014/main" id="{D6FF59B1-7517-47A3-AD3C-7D77AA4F7E94}"/>
              </a:ext>
            </a:extLst>
          </p:cNvPr>
          <p:cNvSpPr txBox="1">
            <a:spLocks/>
          </p:cNvSpPr>
          <p:nvPr/>
        </p:nvSpPr>
        <p:spPr>
          <a:xfrm>
            <a:off x="196904" y="2714852"/>
            <a:ext cx="3611167" cy="2211893"/>
          </a:xfr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814388">
              <a:lnSpc>
                <a:spcPct val="95000"/>
              </a:lnSpc>
              <a:spcBef>
                <a:spcPct val="50000"/>
              </a:spcBef>
              <a:buClr>
                <a:srgbClr val="708CA1"/>
              </a:buClr>
              <a:buFont typeface="Arial" pitchFamily="34" charset="0"/>
              <a:buNone/>
            </a:pPr>
            <a:r>
              <a:rPr lang="en-US" sz="2600">
                <a:solidFill>
                  <a:schemeClr val="tx1">
                    <a:lumMod val="50000"/>
                  </a:schemeClr>
                </a:solidFill>
                <a:sym typeface="Wingdings" panose="05000000000000000000" pitchFamily="2" charset="2"/>
              </a:rPr>
              <a:t>Om en time mødes </a:t>
            </a:r>
            <a:r>
              <a:rPr lang="en-US" sz="2600" dirty="0">
                <a:solidFill>
                  <a:schemeClr val="tx1">
                    <a:lumMod val="50000"/>
                  </a:schemeClr>
                </a:solidFill>
                <a:sym typeface="Wingdings" panose="05000000000000000000" pitchFamily="2" charset="2"/>
              </a:rPr>
              <a:t>vi </a:t>
            </a:r>
            <a:r>
              <a:rPr lang="en-US" sz="2600" dirty="0" err="1">
                <a:solidFill>
                  <a:schemeClr val="tx1">
                    <a:lumMod val="50000"/>
                  </a:schemeClr>
                </a:solidFill>
                <a:sym typeface="Wingdings" panose="05000000000000000000" pitchFamily="2" charset="2"/>
              </a:rPr>
              <a:t>og</a:t>
            </a:r>
            <a:r>
              <a:rPr lang="en-US" sz="2600" dirty="0">
                <a:solidFill>
                  <a:schemeClr val="tx1">
                    <a:lumMod val="50000"/>
                  </a:schemeClr>
                </a:solidFill>
                <a:sym typeface="Wingdings" panose="05000000000000000000" pitchFamily="2" charset="2"/>
              </a:rPr>
              <a:t> </a:t>
            </a:r>
            <a:r>
              <a:rPr lang="en-US" sz="2600" dirty="0" err="1">
                <a:solidFill>
                  <a:schemeClr val="tx1">
                    <a:lumMod val="50000"/>
                  </a:schemeClr>
                </a:solidFill>
                <a:sym typeface="Wingdings" panose="05000000000000000000" pitchFamily="2" charset="2"/>
              </a:rPr>
              <a:t>taler</a:t>
            </a:r>
            <a:r>
              <a:rPr lang="en-US" sz="2600" dirty="0">
                <a:solidFill>
                  <a:schemeClr val="tx1">
                    <a:lumMod val="50000"/>
                  </a:schemeClr>
                </a:solidFill>
                <a:sym typeface="Wingdings" panose="05000000000000000000" pitchFamily="2" charset="2"/>
              </a:rPr>
              <a:t> om de </a:t>
            </a:r>
            <a:r>
              <a:rPr lang="en-US" sz="2600" dirty="0" err="1">
                <a:solidFill>
                  <a:schemeClr val="tx1">
                    <a:lumMod val="50000"/>
                  </a:schemeClr>
                </a:solidFill>
                <a:sym typeface="Wingdings" panose="05000000000000000000" pitchFamily="2" charset="2"/>
              </a:rPr>
              <a:t>forskellige</a:t>
            </a:r>
            <a:r>
              <a:rPr lang="en-US" sz="2600" dirty="0">
                <a:solidFill>
                  <a:schemeClr val="tx1">
                    <a:lumMod val="50000"/>
                  </a:schemeClr>
                </a:solidFill>
                <a:sym typeface="Wingdings" panose="05000000000000000000" pitchFamily="2" charset="2"/>
              </a:rPr>
              <a:t> steps </a:t>
            </a:r>
            <a:r>
              <a:rPr lang="en-US" sz="2600" dirty="0" err="1">
                <a:solidFill>
                  <a:schemeClr val="tx1">
                    <a:lumMod val="50000"/>
                  </a:schemeClr>
                </a:solidFill>
                <a:sym typeface="Wingdings" panose="05000000000000000000" pitchFamily="2" charset="2"/>
              </a:rPr>
              <a:t>i</a:t>
            </a:r>
            <a:r>
              <a:rPr lang="en-US" sz="2600" dirty="0">
                <a:solidFill>
                  <a:schemeClr val="tx1">
                    <a:lumMod val="50000"/>
                  </a:schemeClr>
                </a:solidFill>
                <a:sym typeface="Wingdings" panose="05000000000000000000" pitchFamily="2" charset="2"/>
              </a:rPr>
              <a:t> </a:t>
            </a:r>
            <a:r>
              <a:rPr lang="en-US" sz="2600" dirty="0" err="1">
                <a:solidFill>
                  <a:schemeClr val="tx1">
                    <a:lumMod val="50000"/>
                  </a:schemeClr>
                </a:solidFill>
                <a:sym typeface="Wingdings" panose="05000000000000000000" pitchFamily="2" charset="2"/>
              </a:rPr>
              <a:t>opgaven</a:t>
            </a:r>
            <a:r>
              <a:rPr lang="en-US" sz="2600" dirty="0">
                <a:solidFill>
                  <a:schemeClr val="tx1">
                    <a:lumMod val="50000"/>
                  </a:schemeClr>
                </a:solidFill>
                <a:sym typeface="Wingdings" panose="05000000000000000000" pitchFamily="2" charset="2"/>
              </a:rPr>
              <a:t>.</a:t>
            </a:r>
          </a:p>
          <a:p>
            <a:pPr marL="0" indent="0" defTabSz="814388">
              <a:lnSpc>
                <a:spcPct val="95000"/>
              </a:lnSpc>
              <a:spcBef>
                <a:spcPct val="50000"/>
              </a:spcBef>
              <a:buClr>
                <a:srgbClr val="708CA1"/>
              </a:buClr>
              <a:buFont typeface="Arial" pitchFamily="34" charset="0"/>
              <a:buNone/>
            </a:pPr>
            <a:r>
              <a:rPr lang="en-US" sz="1800" i="1" dirty="0">
                <a:solidFill>
                  <a:schemeClr val="tx1">
                    <a:lumMod val="50000"/>
                  </a:schemeClr>
                </a:solidFill>
                <a:sym typeface="Wingdings" panose="05000000000000000000" pitchFamily="2" charset="2"/>
              </a:rPr>
              <a:t>I </a:t>
            </a:r>
            <a:r>
              <a:rPr lang="en-US" sz="1800" i="1" dirty="0" err="1">
                <a:solidFill>
                  <a:schemeClr val="tx1">
                    <a:lumMod val="50000"/>
                  </a:schemeClr>
                </a:solidFill>
                <a:sym typeface="Wingdings" panose="05000000000000000000" pitchFamily="2" charset="2"/>
              </a:rPr>
              <a:t>kan</a:t>
            </a:r>
            <a:r>
              <a:rPr lang="en-US" sz="1800" i="1" dirty="0">
                <a:solidFill>
                  <a:schemeClr val="tx1">
                    <a:lumMod val="50000"/>
                  </a:schemeClr>
                </a:solidFill>
                <a:sym typeface="Wingdings" panose="05000000000000000000" pitchFamily="2" charset="2"/>
              </a:rPr>
              <a:t> </a:t>
            </a:r>
            <a:r>
              <a:rPr lang="en-US" sz="1800" i="1" dirty="0" err="1">
                <a:solidFill>
                  <a:schemeClr val="tx1">
                    <a:lumMod val="50000"/>
                  </a:schemeClr>
                </a:solidFill>
                <a:sym typeface="Wingdings" panose="05000000000000000000" pitchFamily="2" charset="2"/>
              </a:rPr>
              <a:t>arbejde</a:t>
            </a:r>
            <a:r>
              <a:rPr lang="en-US" sz="1800" i="1" dirty="0">
                <a:solidFill>
                  <a:schemeClr val="tx1">
                    <a:lumMod val="50000"/>
                  </a:schemeClr>
                </a:solidFill>
                <a:sym typeface="Wingdings" panose="05000000000000000000" pitchFamily="2" charset="2"/>
              </a:rPr>
              <a:t> </a:t>
            </a:r>
            <a:r>
              <a:rPr lang="en-US" sz="1800" i="1" dirty="0" err="1">
                <a:solidFill>
                  <a:schemeClr val="tx1">
                    <a:lumMod val="50000"/>
                  </a:schemeClr>
                </a:solidFill>
                <a:sym typeface="Wingdings" panose="05000000000000000000" pitchFamily="2" charset="2"/>
              </a:rPr>
              <a:t>videre</a:t>
            </a:r>
            <a:r>
              <a:rPr lang="en-US" sz="1800" i="1" dirty="0">
                <a:solidFill>
                  <a:schemeClr val="tx1">
                    <a:lumMod val="50000"/>
                  </a:schemeClr>
                </a:solidFill>
                <a:sym typeface="Wingdings" panose="05000000000000000000" pitchFamily="2" charset="2"/>
              </a:rPr>
              <a:t> </a:t>
            </a:r>
            <a:r>
              <a:rPr lang="en-US" sz="1800" i="1" dirty="0" err="1">
                <a:solidFill>
                  <a:schemeClr val="tx1">
                    <a:lumMod val="50000"/>
                  </a:schemeClr>
                </a:solidFill>
                <a:sym typeface="Wingdings" panose="05000000000000000000" pitchFamily="2" charset="2"/>
              </a:rPr>
              <a:t>bagefter</a:t>
            </a:r>
            <a:r>
              <a:rPr lang="en-US" sz="1800" i="1" dirty="0">
                <a:solidFill>
                  <a:schemeClr val="tx1">
                    <a:lumMod val="50000"/>
                  </a:schemeClr>
                </a:solidFill>
                <a:sym typeface="Wingdings" panose="05000000000000000000" pitchFamily="2" charset="2"/>
              </a:rPr>
              <a:t> </a:t>
            </a:r>
            <a:r>
              <a:rPr lang="en-US" sz="1800" i="1" dirty="0" err="1">
                <a:solidFill>
                  <a:schemeClr val="tx1">
                    <a:lumMod val="50000"/>
                  </a:schemeClr>
                </a:solidFill>
                <a:sym typeface="Wingdings" panose="05000000000000000000" pitchFamily="2" charset="2"/>
              </a:rPr>
              <a:t>hvis</a:t>
            </a:r>
            <a:r>
              <a:rPr lang="en-US" sz="1800" i="1" dirty="0">
                <a:solidFill>
                  <a:schemeClr val="tx1">
                    <a:lumMod val="50000"/>
                  </a:schemeClr>
                </a:solidFill>
                <a:sym typeface="Wingdings" panose="05000000000000000000" pitchFamily="2" charset="2"/>
              </a:rPr>
              <a:t> I </a:t>
            </a:r>
            <a:r>
              <a:rPr lang="en-US" sz="1800" i="1" dirty="0" err="1">
                <a:solidFill>
                  <a:schemeClr val="tx1">
                    <a:lumMod val="50000"/>
                  </a:schemeClr>
                </a:solidFill>
                <a:sym typeface="Wingdings" panose="05000000000000000000" pitchFamily="2" charset="2"/>
              </a:rPr>
              <a:t>ikke</a:t>
            </a:r>
            <a:r>
              <a:rPr lang="en-US" sz="1800" i="1" dirty="0">
                <a:solidFill>
                  <a:schemeClr val="tx1">
                    <a:lumMod val="50000"/>
                  </a:schemeClr>
                </a:solidFill>
                <a:sym typeface="Wingdings" panose="05000000000000000000" pitchFamily="2" charset="2"/>
              </a:rPr>
              <a:t> </a:t>
            </a:r>
            <a:r>
              <a:rPr lang="en-US" sz="1800" i="1" dirty="0" err="1">
                <a:solidFill>
                  <a:schemeClr val="tx1">
                    <a:lumMod val="50000"/>
                  </a:schemeClr>
                </a:solidFill>
                <a:sym typeface="Wingdings" panose="05000000000000000000" pitchFamily="2" charset="2"/>
              </a:rPr>
              <a:t>er</a:t>
            </a:r>
            <a:r>
              <a:rPr lang="en-US" sz="1800" i="1" dirty="0">
                <a:solidFill>
                  <a:schemeClr val="tx1">
                    <a:lumMod val="50000"/>
                  </a:schemeClr>
                </a:solidFill>
                <a:sym typeface="Wingdings" panose="05000000000000000000" pitchFamily="2" charset="2"/>
              </a:rPr>
              <a:t> </a:t>
            </a:r>
            <a:r>
              <a:rPr lang="en-US" sz="1800" i="1" dirty="0" err="1">
                <a:solidFill>
                  <a:schemeClr val="tx1">
                    <a:lumMod val="50000"/>
                  </a:schemeClr>
                </a:solidFill>
                <a:sym typeface="Wingdings" panose="05000000000000000000" pitchFamily="2" charset="2"/>
              </a:rPr>
              <a:t>færdige</a:t>
            </a:r>
            <a:r>
              <a:rPr lang="en-US" sz="1800" i="1" dirty="0">
                <a:solidFill>
                  <a:schemeClr val="tx1">
                    <a:lumMod val="50000"/>
                  </a:schemeClr>
                </a:solidFill>
                <a:sym typeface="Wingdings" panose="05000000000000000000" pitchFamily="2" charset="2"/>
              </a:rPr>
              <a:t> </a:t>
            </a:r>
            <a:endParaRPr lang="en-US" sz="1800" i="1" dirty="0">
              <a:solidFill>
                <a:srgbClr val="FF0066"/>
              </a:solidFill>
            </a:endParaRPr>
          </a:p>
          <a:p>
            <a:pPr marL="0" indent="0" defTabSz="814388">
              <a:lnSpc>
                <a:spcPct val="95000"/>
              </a:lnSpc>
              <a:spcBef>
                <a:spcPct val="50000"/>
              </a:spcBef>
              <a:buClr>
                <a:srgbClr val="708CA1"/>
              </a:buClr>
              <a:buFont typeface="Arial" pitchFamily="34" charset="0"/>
              <a:buNone/>
            </a:pPr>
            <a:endParaRPr lang="en-US" sz="1800" dirty="0"/>
          </a:p>
          <a:p>
            <a:pPr marL="0" indent="0">
              <a:buFont typeface="Arial" pitchFamily="34" charset="0"/>
              <a:buNone/>
              <a:defRPr/>
            </a:pPr>
            <a:endParaRPr lang="en-US" sz="1650" dirty="0"/>
          </a:p>
        </p:txBody>
      </p:sp>
    </p:spTree>
    <p:extLst>
      <p:ext uri="{BB962C8B-B14F-4D97-AF65-F5344CB8AC3E}">
        <p14:creationId xmlns:p14="http://schemas.microsoft.com/office/powerpoint/2010/main" val="846382872"/>
      </p:ext>
    </p:extLst>
  </p:cSld>
  <p:clrMapOvr>
    <a:masterClrMapping/>
  </p:clrMapOvr>
  <p:transition advTm="89462"/>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1_NetAcad-4F_PPT-WHT_060408">
  <a:themeElements>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Oct_2006_Cisco White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8818</TotalTime>
  <Words>1507</Words>
  <Application>Microsoft Office PowerPoint</Application>
  <PresentationFormat>Skærmshow (16:9)</PresentationFormat>
  <Paragraphs>120</Paragraphs>
  <Slides>15</Slides>
  <Notes>15</Notes>
  <HiddenSlides>0</HiddenSlides>
  <MMClips>0</MMClips>
  <ScaleCrop>false</ScaleCrop>
  <HeadingPairs>
    <vt:vector size="6" baseType="variant">
      <vt:variant>
        <vt:lpstr>Benyttede skrifttyper</vt:lpstr>
      </vt:variant>
      <vt:variant>
        <vt:i4>9</vt:i4>
      </vt:variant>
      <vt:variant>
        <vt:lpstr>Tema</vt:lpstr>
      </vt:variant>
      <vt:variant>
        <vt:i4>3</vt:i4>
      </vt:variant>
      <vt:variant>
        <vt:lpstr>Slidetitler</vt:lpstr>
      </vt:variant>
      <vt:variant>
        <vt:i4>15</vt:i4>
      </vt:variant>
    </vt:vector>
  </HeadingPairs>
  <TitlesOfParts>
    <vt:vector size="27" baseType="lpstr">
      <vt:lpstr>ＭＳ Ｐゴシック</vt:lpstr>
      <vt:lpstr>Arial</vt:lpstr>
      <vt:lpstr>Calibri</vt:lpstr>
      <vt:lpstr>CiscoSans ExtraLight</vt:lpstr>
      <vt:lpstr>CiscoSansLight</vt:lpstr>
      <vt:lpstr>Courier New</vt:lpstr>
      <vt:lpstr>Helvetica Neue</vt:lpstr>
      <vt:lpstr>Raleway</vt:lpstr>
      <vt:lpstr>Wingdings</vt:lpstr>
      <vt:lpstr>Office Theme</vt:lpstr>
      <vt:lpstr>Default Theme</vt:lpstr>
      <vt:lpstr>1_NetAcad-4F_PPT-WHT_060408</vt:lpstr>
      <vt:lpstr>PowerPoint-præsentation</vt:lpstr>
      <vt:lpstr>Hvad kan jeg efter Netværk 2?</vt:lpstr>
      <vt:lpstr>PowerPoint-præsentation</vt:lpstr>
      <vt:lpstr>Virtual Private Network (VPN)</vt:lpstr>
      <vt:lpstr>Enterprise and Service Provider VPNs</vt:lpstr>
      <vt:lpstr>Dynamic Multipoint VPNs (DMVPN)</vt:lpstr>
      <vt:lpstr>PowerPoint-præsentation</vt:lpstr>
      <vt:lpstr>PowerPoint-præsentation</vt:lpstr>
      <vt:lpstr>PowerPoint-præsentation</vt:lpstr>
      <vt:lpstr>Symmetrisk vs. Asymmetrisk kryptering</vt:lpstr>
      <vt:lpstr>PowerPoint-præsentation</vt:lpstr>
      <vt:lpstr>VPN    konfiguration</vt:lpstr>
      <vt:lpstr>VPN</vt:lpstr>
      <vt:lpstr>Opgave VPN</vt:lpstr>
      <vt:lpstr>Opgave VPN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Grete Teta</cp:lastModifiedBy>
  <cp:revision>186</cp:revision>
  <dcterms:created xsi:type="dcterms:W3CDTF">2020-12-08T18:27:12Z</dcterms:created>
  <dcterms:modified xsi:type="dcterms:W3CDTF">2026-09-10T04:35:55Z</dcterms:modified>
</cp:coreProperties>
</file>